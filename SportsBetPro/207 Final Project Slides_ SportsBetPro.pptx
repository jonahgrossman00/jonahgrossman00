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p:regular r:id="rId30"/>
      <p:bold r:id="rId31"/>
      <p:italic r:id="rId32"/>
      <p:boldItalic r:id="rId33"/>
    </p:embeddedFont>
    <p:embeddedFont>
      <p:font typeface="Alfa Slab One"/>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259CBF-02A1-43A5-9399-6161270847C0}">
  <a:tblStyle styleId="{8E259CBF-02A1-43A5-9399-6161270847C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33" Type="http://schemas.openxmlformats.org/officeDocument/2006/relationships/font" Target="fonts/Roboto-boldItalic.fntdata"/><Relationship Id="rId32" Type="http://schemas.openxmlformats.org/officeDocument/2006/relationships/font" Target="fonts/Roboto-italic.fntdata"/><Relationship Id="rId34" Type="http://schemas.openxmlformats.org/officeDocument/2006/relationships/font" Target="fonts/AlfaSlabOne-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6e72df5da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6e72df5da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6e72df5da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6e72df5da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a:p>
            <a:pPr indent="0" lvl="0" marL="0" rtl="0" algn="l">
              <a:spcBef>
                <a:spcPts val="0"/>
              </a:spcBef>
              <a:spcAft>
                <a:spcPts val="0"/>
              </a:spcAft>
              <a:buNone/>
            </a:pPr>
            <a:r>
              <a:rPr lang="en"/>
              <a:t>10% VIG built in a 10% win for the house.</a:t>
            </a:r>
            <a:endParaRPr/>
          </a:p>
          <a:p>
            <a:pPr indent="0" lvl="0" marL="0" rtl="0" algn="l">
              <a:spcBef>
                <a:spcPts val="0"/>
              </a:spcBef>
              <a:spcAft>
                <a:spcPts val="0"/>
              </a:spcAft>
              <a:buNone/>
            </a:pPr>
            <a:r>
              <a:rPr lang="en"/>
              <a:t>Vegas always get 10% for the loser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8f38d50b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8f38d50b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6e72df5da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6e72df5da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8f38d50ba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8f38d50ba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cbd751d4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cbd751d4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Toufiq</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This correlation heatmap serves as a good sanity check for our data. We see that the highest correlations are in line with what we would expect from sports logic. Field goal percentage is strongly positively correlated with winning percentage and points per game. This makes sense because teams are more likely to win if they choose wise shots and consistently make shots from the field.</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8f38d50ba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28f38d50ba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Toufiq</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One key takeaway we can get from the money line and spread data is that they mirror each other well, highlighting their strong correlation from the heatmap above. These are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8f38d50bae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28f38d50bae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Toufiq</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We included the field goal percentage histograms because of the high kurtosis, showing how important proportional statistics are towards game success. A 5% difference in field goal percentage or 3-point field goal percentage may be the difference between victory and defeat, which is what we often see in many basketball games.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cc21fabcb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cc21fabcb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28f38d50bae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28f38d50ba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Naveen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8f38d50bae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28f38d50bae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Naveen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dd36727b3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dd36727b3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Naveen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28f38d50bae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28f38d50bae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8f38d50bae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8f38d50bae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cbff25a8c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2cbff25a8c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28f38d50bae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28f38d50bae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Toufiq</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Of all our research questions, the most successful was the win/loss prediction. This was likely due to the structure of our features. Common team level basketball stats such as points per game, rebounds per game, blocks per game, etc. are all very helpful in determining which team is better than the other, but aren’t as helpful when trying to predict how many points are scored in total (over/under), or the final score differential (spread). The combination of these features with the seamless fit into a binary classification task framework makes the win/loss prediction task perform the best. Our metrics as shown in the figures above support this assumption, with our F1 score, precision, recall, and accuracy all consistently being very high all across the entire board on our test set. They perform significantly higher than the classification task for over-unders, which don’t perform much higher than the baseline with expected 50%. With our regression models we see that about 50% of the spreads from the models were within the actual results of the game, but the expected earnings from the predictions were all negative, which isn’t the best indicator for a model in this context.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Overall, we wanted a predictive model that performs better than the 50% accuracy rate that we would get with no sports knowledge, and the regression models nor the over-under classification models provided that. The win/loss classification models provided us with the best results for this case, giving us the most confidence in those models.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2cc21fabc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2cc21fabc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cc21fabcb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cc21fabcb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cc21fabcb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cc21fabcb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8f38d50bae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8f38d50bae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f38d50bae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f38d50bae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Jonah</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8f38d50ba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8f38d50ba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Naveen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8f38d50bae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8f38d50bae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Small market teams face inherent disadvantages, impacting their ability to compete, while larger market teams enjoy advantages that may introduce biases in sports betting predictions, necessitating recognition and correction for fair treatment.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Promoting fairness in predictive modeling requires rigorous methodologies, incorporating diverse data sources and ongoing refinement to identify and address biases, ensuring equitable treatment in sports betting predictions.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 addition, we want to be able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2048825" y="848600"/>
            <a:ext cx="5046300" cy="1030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12" name="Google Shape;12;p2"/>
          <p:cNvSpPr txBox="1"/>
          <p:nvPr>
            <p:ph idx="1" type="subTitle"/>
          </p:nvPr>
        </p:nvSpPr>
        <p:spPr>
          <a:xfrm>
            <a:off x="2048825" y="3798375"/>
            <a:ext cx="50463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800"/>
              <a:buNone/>
              <a:defRPr>
                <a:solidFill>
                  <a:schemeClr val="lt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 name="Google Shape;13;p2"/>
          <p:cNvSpPr txBox="1"/>
          <p:nvPr>
            <p:ph idx="2" type="subTitle"/>
          </p:nvPr>
        </p:nvSpPr>
        <p:spPr>
          <a:xfrm>
            <a:off x="2902475" y="1879100"/>
            <a:ext cx="3339000" cy="518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flipH="1" rot="-5400000">
            <a:off x="-1114550" y="743900"/>
            <a:ext cx="3655500" cy="3655500"/>
          </a:xfrm>
          <a:prstGeom prst="pie">
            <a:avLst>
              <a:gd fmla="val 0" name="adj1"/>
              <a:gd fmla="val 10800087" name="adj2"/>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2971613" y="1574875"/>
            <a:ext cx="5351100" cy="1665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8" name="Google Shape;18;p3"/>
          <p:cNvSpPr txBox="1"/>
          <p:nvPr>
            <p:ph hasCustomPrompt="1" idx="2" type="title"/>
          </p:nvPr>
        </p:nvSpPr>
        <p:spPr>
          <a:xfrm>
            <a:off x="821288" y="1574875"/>
            <a:ext cx="2150400" cy="16659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72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r>
              <a:t>xx%</a:t>
            </a:r>
          </a:p>
        </p:txBody>
      </p:sp>
      <p:sp>
        <p:nvSpPr>
          <p:cNvPr id="19" name="Google Shape;19;p3"/>
          <p:cNvSpPr txBox="1"/>
          <p:nvPr>
            <p:ph idx="1" type="subTitle"/>
          </p:nvPr>
        </p:nvSpPr>
        <p:spPr>
          <a:xfrm>
            <a:off x="2971613" y="3240775"/>
            <a:ext cx="5351100" cy="44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1"/>
        </a:solidFill>
      </p:bgPr>
    </p:bg>
    <p:spTree>
      <p:nvGrpSpPr>
        <p:cNvPr id="20" name="Shape 20"/>
        <p:cNvGrpSpPr/>
        <p:nvPr/>
      </p:nvGrpSpPr>
      <p:grpSpPr>
        <a:xfrm>
          <a:off x="0" y="0"/>
          <a:ext cx="0" cy="0"/>
          <a:chOff x="0" y="0"/>
          <a:chExt cx="0" cy="0"/>
        </a:xfrm>
      </p:grpSpPr>
      <p:grpSp>
        <p:nvGrpSpPr>
          <p:cNvPr id="21" name="Google Shape;21;p4"/>
          <p:cNvGrpSpPr/>
          <p:nvPr/>
        </p:nvGrpSpPr>
        <p:grpSpPr>
          <a:xfrm>
            <a:off x="713225" y="539500"/>
            <a:ext cx="7717500" cy="4064400"/>
            <a:chOff x="713225" y="539500"/>
            <a:chExt cx="7717500" cy="4064400"/>
          </a:xfrm>
        </p:grpSpPr>
        <p:cxnSp>
          <p:nvCxnSpPr>
            <p:cNvPr id="22" name="Google Shape;22;p4"/>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23" name="Google Shape;23;p4"/>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4"/>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5" name="Google Shape;25;p4"/>
          <p:cNvSpPr txBox="1"/>
          <p:nvPr>
            <p:ph idx="1" type="subTitle"/>
          </p:nvPr>
        </p:nvSpPr>
        <p:spPr>
          <a:xfrm>
            <a:off x="2817300" y="2114400"/>
            <a:ext cx="3509400" cy="1529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6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1"/>
        </a:solidFill>
      </p:bgPr>
    </p:bg>
    <p:spTree>
      <p:nvGrpSpPr>
        <p:cNvPr id="26" name="Shape 26"/>
        <p:cNvGrpSpPr/>
        <p:nvPr/>
      </p:nvGrpSpPr>
      <p:grpSpPr>
        <a:xfrm>
          <a:off x="0" y="0"/>
          <a:ext cx="0" cy="0"/>
          <a:chOff x="0" y="0"/>
          <a:chExt cx="0" cy="0"/>
        </a:xfrm>
      </p:grpSpPr>
      <p:grpSp>
        <p:nvGrpSpPr>
          <p:cNvPr id="27" name="Google Shape;27;p5"/>
          <p:cNvGrpSpPr/>
          <p:nvPr/>
        </p:nvGrpSpPr>
        <p:grpSpPr>
          <a:xfrm>
            <a:off x="713225" y="539500"/>
            <a:ext cx="7717500" cy="4064400"/>
            <a:chOff x="713225" y="539500"/>
            <a:chExt cx="7717500" cy="4064400"/>
          </a:xfrm>
        </p:grpSpPr>
        <p:sp>
          <p:nvSpPr>
            <p:cNvPr id="28" name="Google Shape;28;p5"/>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 name="Google Shape;29;p5"/>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0" name="Google Shape;30;p5"/>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1" name="Google Shape;31;p5"/>
          <p:cNvSpPr txBox="1"/>
          <p:nvPr>
            <p:ph idx="1" type="subTitle"/>
          </p:nvPr>
        </p:nvSpPr>
        <p:spPr>
          <a:xfrm>
            <a:off x="1425525" y="3298725"/>
            <a:ext cx="2384700" cy="101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2" name="Google Shape;32;p5"/>
          <p:cNvSpPr txBox="1"/>
          <p:nvPr>
            <p:ph idx="2" type="subTitle"/>
          </p:nvPr>
        </p:nvSpPr>
        <p:spPr>
          <a:xfrm>
            <a:off x="1425525" y="2867137"/>
            <a:ext cx="23847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 name="Google Shape;33;p5"/>
          <p:cNvSpPr txBox="1"/>
          <p:nvPr>
            <p:ph idx="3" type="subTitle"/>
          </p:nvPr>
        </p:nvSpPr>
        <p:spPr>
          <a:xfrm>
            <a:off x="5333725" y="3288525"/>
            <a:ext cx="2384700" cy="101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4" name="Google Shape;34;p5"/>
          <p:cNvSpPr txBox="1"/>
          <p:nvPr>
            <p:ph idx="4" type="subTitle"/>
          </p:nvPr>
        </p:nvSpPr>
        <p:spPr>
          <a:xfrm>
            <a:off x="5333725" y="2858650"/>
            <a:ext cx="23847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5" name="Shape 35"/>
        <p:cNvGrpSpPr/>
        <p:nvPr/>
      </p:nvGrpSpPr>
      <p:grpSpPr>
        <a:xfrm>
          <a:off x="0" y="0"/>
          <a:ext cx="0" cy="0"/>
          <a:chOff x="0" y="0"/>
          <a:chExt cx="0" cy="0"/>
        </a:xfrm>
      </p:grpSpPr>
      <p:grpSp>
        <p:nvGrpSpPr>
          <p:cNvPr id="36" name="Google Shape;36;p6"/>
          <p:cNvGrpSpPr/>
          <p:nvPr/>
        </p:nvGrpSpPr>
        <p:grpSpPr>
          <a:xfrm>
            <a:off x="713225" y="539500"/>
            <a:ext cx="7717500" cy="4064400"/>
            <a:chOff x="713225" y="539500"/>
            <a:chExt cx="7717500" cy="4064400"/>
          </a:xfrm>
        </p:grpSpPr>
        <p:sp>
          <p:nvSpPr>
            <p:cNvPr id="37" name="Google Shape;37;p6"/>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6"/>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9" name="Google Shape;39;p6"/>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dk1"/>
        </a:solidFill>
      </p:bgPr>
    </p:bg>
    <p:spTree>
      <p:nvGrpSpPr>
        <p:cNvPr id="40" name="Shape 40"/>
        <p:cNvGrpSpPr/>
        <p:nvPr/>
      </p:nvGrpSpPr>
      <p:grpSpPr>
        <a:xfrm>
          <a:off x="0" y="0"/>
          <a:ext cx="0" cy="0"/>
          <a:chOff x="0" y="0"/>
          <a:chExt cx="0" cy="0"/>
        </a:xfrm>
      </p:grpSpPr>
      <p:grpSp>
        <p:nvGrpSpPr>
          <p:cNvPr id="41" name="Google Shape;41;p7"/>
          <p:cNvGrpSpPr/>
          <p:nvPr/>
        </p:nvGrpSpPr>
        <p:grpSpPr>
          <a:xfrm>
            <a:off x="713225" y="539500"/>
            <a:ext cx="7717500" cy="4064400"/>
            <a:chOff x="713225" y="539500"/>
            <a:chExt cx="7717500" cy="4064400"/>
          </a:xfrm>
        </p:grpSpPr>
        <p:cxnSp>
          <p:nvCxnSpPr>
            <p:cNvPr id="42" name="Google Shape;42;p7"/>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43" name="Google Shape;43;p7"/>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 name="Google Shape;44;p7"/>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5" name="Google Shape;45;p7"/>
          <p:cNvSpPr txBox="1"/>
          <p:nvPr>
            <p:ph idx="1" type="subTitle"/>
          </p:nvPr>
        </p:nvSpPr>
        <p:spPr>
          <a:xfrm>
            <a:off x="2105700" y="1543900"/>
            <a:ext cx="4932600" cy="2550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1800"/>
              <a:buChar char="●"/>
              <a:defRPr sz="1600">
                <a:solidFill>
                  <a:schemeClr val="lt1"/>
                </a:solidFill>
              </a:defRPr>
            </a:lvl1pPr>
            <a:lvl2pPr lvl="1" rtl="0">
              <a:lnSpc>
                <a:spcPct val="100000"/>
              </a:lnSpc>
              <a:spcBef>
                <a:spcPts val="0"/>
              </a:spcBef>
              <a:spcAft>
                <a:spcPts val="0"/>
              </a:spcAft>
              <a:buClr>
                <a:schemeClr val="lt1"/>
              </a:buClr>
              <a:buSzPts val="2800"/>
              <a:buChar char="○"/>
              <a:defRPr sz="2800">
                <a:solidFill>
                  <a:schemeClr val="lt1"/>
                </a:solidFill>
              </a:defRPr>
            </a:lvl2pPr>
            <a:lvl3pPr lvl="2" rtl="0">
              <a:lnSpc>
                <a:spcPct val="100000"/>
              </a:lnSpc>
              <a:spcBef>
                <a:spcPts val="0"/>
              </a:spcBef>
              <a:spcAft>
                <a:spcPts val="0"/>
              </a:spcAft>
              <a:buClr>
                <a:schemeClr val="lt1"/>
              </a:buClr>
              <a:buSzPts val="2800"/>
              <a:buChar char="■"/>
              <a:defRPr sz="2800">
                <a:solidFill>
                  <a:schemeClr val="lt1"/>
                </a:solidFill>
              </a:defRPr>
            </a:lvl3pPr>
            <a:lvl4pPr lvl="3" rtl="0">
              <a:lnSpc>
                <a:spcPct val="100000"/>
              </a:lnSpc>
              <a:spcBef>
                <a:spcPts val="0"/>
              </a:spcBef>
              <a:spcAft>
                <a:spcPts val="0"/>
              </a:spcAft>
              <a:buClr>
                <a:schemeClr val="lt1"/>
              </a:buClr>
              <a:buSzPts val="2800"/>
              <a:buChar char="●"/>
              <a:defRPr sz="2800">
                <a:solidFill>
                  <a:schemeClr val="lt1"/>
                </a:solidFill>
              </a:defRPr>
            </a:lvl4pPr>
            <a:lvl5pPr lvl="4" rtl="0">
              <a:lnSpc>
                <a:spcPct val="100000"/>
              </a:lnSpc>
              <a:spcBef>
                <a:spcPts val="0"/>
              </a:spcBef>
              <a:spcAft>
                <a:spcPts val="0"/>
              </a:spcAft>
              <a:buClr>
                <a:schemeClr val="lt1"/>
              </a:buClr>
              <a:buSzPts val="2800"/>
              <a:buChar char="○"/>
              <a:defRPr sz="2800">
                <a:solidFill>
                  <a:schemeClr val="lt1"/>
                </a:solidFill>
              </a:defRPr>
            </a:lvl5pPr>
            <a:lvl6pPr lvl="5" rtl="0">
              <a:lnSpc>
                <a:spcPct val="100000"/>
              </a:lnSpc>
              <a:spcBef>
                <a:spcPts val="0"/>
              </a:spcBef>
              <a:spcAft>
                <a:spcPts val="0"/>
              </a:spcAft>
              <a:buClr>
                <a:schemeClr val="lt1"/>
              </a:buClr>
              <a:buSzPts val="2800"/>
              <a:buChar char="■"/>
              <a:defRPr sz="2800">
                <a:solidFill>
                  <a:schemeClr val="lt1"/>
                </a:solidFill>
              </a:defRPr>
            </a:lvl6pPr>
            <a:lvl7pPr lvl="6" rtl="0">
              <a:lnSpc>
                <a:spcPct val="100000"/>
              </a:lnSpc>
              <a:spcBef>
                <a:spcPts val="0"/>
              </a:spcBef>
              <a:spcAft>
                <a:spcPts val="0"/>
              </a:spcAft>
              <a:buClr>
                <a:schemeClr val="lt1"/>
              </a:buClr>
              <a:buSzPts val="2800"/>
              <a:buChar char="●"/>
              <a:defRPr sz="2800">
                <a:solidFill>
                  <a:schemeClr val="lt1"/>
                </a:solidFill>
              </a:defRPr>
            </a:lvl7pPr>
            <a:lvl8pPr lvl="7" rtl="0">
              <a:lnSpc>
                <a:spcPct val="100000"/>
              </a:lnSpc>
              <a:spcBef>
                <a:spcPts val="0"/>
              </a:spcBef>
              <a:spcAft>
                <a:spcPts val="0"/>
              </a:spcAft>
              <a:buClr>
                <a:schemeClr val="lt1"/>
              </a:buClr>
              <a:buSzPts val="2800"/>
              <a:buChar char="○"/>
              <a:defRPr sz="2800">
                <a:solidFill>
                  <a:schemeClr val="lt1"/>
                </a:solidFill>
              </a:defRPr>
            </a:lvl8pPr>
            <a:lvl9pPr lvl="8" rtl="0">
              <a:lnSpc>
                <a:spcPct val="100000"/>
              </a:lnSpc>
              <a:spcBef>
                <a:spcPts val="0"/>
              </a:spcBef>
              <a:spcAft>
                <a:spcPts val="0"/>
              </a:spcAft>
              <a:buClr>
                <a:schemeClr val="lt1"/>
              </a:buClr>
              <a:buSzPts val="2800"/>
              <a:buChar char="■"/>
              <a:defRPr sz="28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46" name="Shape 46"/>
        <p:cNvGrpSpPr/>
        <p:nvPr/>
      </p:nvGrpSpPr>
      <p:grpSpPr>
        <a:xfrm>
          <a:off x="0" y="0"/>
          <a:ext cx="0" cy="0"/>
          <a:chOff x="0" y="0"/>
          <a:chExt cx="0" cy="0"/>
        </a:xfrm>
      </p:grpSpPr>
      <p:sp>
        <p:nvSpPr>
          <p:cNvPr id="47" name="Google Shape;47;p8"/>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type="title"/>
          </p:nvPr>
        </p:nvSpPr>
        <p:spPr>
          <a:xfrm>
            <a:off x="1388100" y="1392600"/>
            <a:ext cx="6367800" cy="2358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7200"/>
              <a:buNone/>
              <a:defRPr sz="72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9" name="Shape 49"/>
        <p:cNvGrpSpPr/>
        <p:nvPr/>
      </p:nvGrpSpPr>
      <p:grpSpPr>
        <a:xfrm>
          <a:off x="0" y="0"/>
          <a:ext cx="0" cy="0"/>
          <a:chOff x="0" y="0"/>
          <a:chExt cx="0" cy="0"/>
        </a:xfrm>
      </p:grpSpPr>
      <p:grpSp>
        <p:nvGrpSpPr>
          <p:cNvPr id="50" name="Google Shape;50;p9"/>
          <p:cNvGrpSpPr/>
          <p:nvPr/>
        </p:nvGrpSpPr>
        <p:grpSpPr>
          <a:xfrm>
            <a:off x="713225" y="539500"/>
            <a:ext cx="7717500" cy="4064400"/>
            <a:chOff x="713225" y="539500"/>
            <a:chExt cx="7717500" cy="4064400"/>
          </a:xfrm>
        </p:grpSpPr>
        <p:cxnSp>
          <p:nvCxnSpPr>
            <p:cNvPr id="51" name="Google Shape;51;p9"/>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52" name="Google Shape;52;p9"/>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 name="Google Shape;53;p9"/>
            <p:cNvCxnSpPr/>
            <p:nvPr/>
          </p:nvCxnSpPr>
          <p:spPr>
            <a:xfrm rot="10800000">
              <a:off x="4876775" y="1096300"/>
              <a:ext cx="0" cy="3507600"/>
            </a:xfrm>
            <a:prstGeom prst="straightConnector1">
              <a:avLst/>
            </a:prstGeom>
            <a:noFill/>
            <a:ln cap="flat" cmpd="sng" w="38100">
              <a:solidFill>
                <a:schemeClr val="accent1"/>
              </a:solidFill>
              <a:prstDash val="solid"/>
              <a:round/>
              <a:headEnd len="med" w="med" type="none"/>
              <a:tailEnd len="med" w="med" type="none"/>
            </a:ln>
          </p:spPr>
        </p:cxnSp>
      </p:grpSp>
      <p:sp>
        <p:nvSpPr>
          <p:cNvPr id="54" name="Google Shape;54;p9"/>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55" name="Google Shape;55;p9"/>
          <p:cNvSpPr txBox="1"/>
          <p:nvPr>
            <p:ph idx="1" type="subTitle"/>
          </p:nvPr>
        </p:nvSpPr>
        <p:spPr>
          <a:xfrm>
            <a:off x="1312950" y="2327975"/>
            <a:ext cx="2973000" cy="130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56" name="Google Shape;56;p9"/>
          <p:cNvSpPr txBox="1"/>
          <p:nvPr>
            <p:ph idx="2" type="subTitle"/>
          </p:nvPr>
        </p:nvSpPr>
        <p:spPr>
          <a:xfrm>
            <a:off x="1312950" y="1809275"/>
            <a:ext cx="2973000" cy="51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1"/>
        </a:solidFill>
      </p:bgPr>
    </p:bg>
    <p:spTree>
      <p:nvGrpSpPr>
        <p:cNvPr id="57" name="Shape 57"/>
        <p:cNvGrpSpPr/>
        <p:nvPr/>
      </p:nvGrpSpPr>
      <p:grpSpPr>
        <a:xfrm>
          <a:off x="0" y="0"/>
          <a:ext cx="0" cy="0"/>
          <a:chOff x="0" y="0"/>
          <a:chExt cx="0" cy="0"/>
        </a:xfrm>
      </p:grpSpPr>
      <p:sp>
        <p:nvSpPr>
          <p:cNvPr id="58" name="Google Shape;58;p10"/>
          <p:cNvSpPr txBox="1"/>
          <p:nvPr>
            <p:ph type="title"/>
          </p:nvPr>
        </p:nvSpPr>
        <p:spPr>
          <a:xfrm>
            <a:off x="865625" y="3328700"/>
            <a:ext cx="6367800" cy="1427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9" name="Shape 59"/>
        <p:cNvGrpSpPr/>
        <p:nvPr/>
      </p:nvGrpSpPr>
      <p:grpSpPr>
        <a:xfrm>
          <a:off x="0" y="0"/>
          <a:ext cx="0" cy="0"/>
          <a:chOff x="0" y="0"/>
          <a:chExt cx="0" cy="0"/>
        </a:xfrm>
      </p:grpSpPr>
      <p:sp>
        <p:nvSpPr>
          <p:cNvPr id="60" name="Google Shape;60;p11"/>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1"/>
          <p:cNvSpPr txBox="1"/>
          <p:nvPr>
            <p:ph hasCustomPrompt="1" type="title"/>
          </p:nvPr>
        </p:nvSpPr>
        <p:spPr>
          <a:xfrm>
            <a:off x="994200" y="1505850"/>
            <a:ext cx="7155600" cy="1332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7200"/>
              <a:buNone/>
              <a:defRPr sz="7200">
                <a:solidFill>
                  <a:schemeClr val="lt1"/>
                </a:solidFill>
              </a:defRPr>
            </a:lvl1pPr>
            <a:lvl2pPr lvl="1" algn="ctr">
              <a:spcBef>
                <a:spcPts val="0"/>
              </a:spcBef>
              <a:spcAft>
                <a:spcPts val="0"/>
              </a:spcAft>
              <a:buClr>
                <a:schemeClr val="lt1"/>
              </a:buClr>
              <a:buSzPts val="7200"/>
              <a:buNone/>
              <a:defRPr sz="7200">
                <a:solidFill>
                  <a:schemeClr val="lt1"/>
                </a:solidFill>
              </a:defRPr>
            </a:lvl2pPr>
            <a:lvl3pPr lvl="2" algn="ctr">
              <a:spcBef>
                <a:spcPts val="0"/>
              </a:spcBef>
              <a:spcAft>
                <a:spcPts val="0"/>
              </a:spcAft>
              <a:buClr>
                <a:schemeClr val="lt1"/>
              </a:buClr>
              <a:buSzPts val="7200"/>
              <a:buNone/>
              <a:defRPr sz="7200">
                <a:solidFill>
                  <a:schemeClr val="lt1"/>
                </a:solidFill>
              </a:defRPr>
            </a:lvl3pPr>
            <a:lvl4pPr lvl="3" algn="ctr">
              <a:spcBef>
                <a:spcPts val="0"/>
              </a:spcBef>
              <a:spcAft>
                <a:spcPts val="0"/>
              </a:spcAft>
              <a:buClr>
                <a:schemeClr val="lt1"/>
              </a:buClr>
              <a:buSzPts val="7200"/>
              <a:buNone/>
              <a:defRPr sz="7200">
                <a:solidFill>
                  <a:schemeClr val="lt1"/>
                </a:solidFill>
              </a:defRPr>
            </a:lvl4pPr>
            <a:lvl5pPr lvl="4" algn="ctr">
              <a:spcBef>
                <a:spcPts val="0"/>
              </a:spcBef>
              <a:spcAft>
                <a:spcPts val="0"/>
              </a:spcAft>
              <a:buClr>
                <a:schemeClr val="lt1"/>
              </a:buClr>
              <a:buSzPts val="7200"/>
              <a:buNone/>
              <a:defRPr sz="7200">
                <a:solidFill>
                  <a:schemeClr val="lt1"/>
                </a:solidFill>
              </a:defRPr>
            </a:lvl5pPr>
            <a:lvl6pPr lvl="5" algn="ctr">
              <a:spcBef>
                <a:spcPts val="0"/>
              </a:spcBef>
              <a:spcAft>
                <a:spcPts val="0"/>
              </a:spcAft>
              <a:buClr>
                <a:schemeClr val="lt1"/>
              </a:buClr>
              <a:buSzPts val="7200"/>
              <a:buNone/>
              <a:defRPr sz="7200">
                <a:solidFill>
                  <a:schemeClr val="lt1"/>
                </a:solidFill>
              </a:defRPr>
            </a:lvl6pPr>
            <a:lvl7pPr lvl="6" algn="ctr">
              <a:spcBef>
                <a:spcPts val="0"/>
              </a:spcBef>
              <a:spcAft>
                <a:spcPts val="0"/>
              </a:spcAft>
              <a:buClr>
                <a:schemeClr val="lt1"/>
              </a:buClr>
              <a:buSzPts val="7200"/>
              <a:buNone/>
              <a:defRPr sz="7200">
                <a:solidFill>
                  <a:schemeClr val="lt1"/>
                </a:solidFill>
              </a:defRPr>
            </a:lvl7pPr>
            <a:lvl8pPr lvl="7" algn="ctr">
              <a:spcBef>
                <a:spcPts val="0"/>
              </a:spcBef>
              <a:spcAft>
                <a:spcPts val="0"/>
              </a:spcAft>
              <a:buClr>
                <a:schemeClr val="lt1"/>
              </a:buClr>
              <a:buSzPts val="7200"/>
              <a:buNone/>
              <a:defRPr sz="7200">
                <a:solidFill>
                  <a:schemeClr val="lt1"/>
                </a:solidFill>
              </a:defRPr>
            </a:lvl8pPr>
            <a:lvl9pPr lvl="8" algn="ctr">
              <a:spcBef>
                <a:spcPts val="0"/>
              </a:spcBef>
              <a:spcAft>
                <a:spcPts val="0"/>
              </a:spcAft>
              <a:buClr>
                <a:schemeClr val="lt1"/>
              </a:buClr>
              <a:buSzPts val="7200"/>
              <a:buNone/>
              <a:defRPr sz="7200">
                <a:solidFill>
                  <a:schemeClr val="lt1"/>
                </a:solidFill>
              </a:defRPr>
            </a:lvl9pPr>
          </a:lstStyle>
          <a:p>
            <a:r>
              <a:t>xx%</a:t>
            </a:r>
          </a:p>
        </p:txBody>
      </p:sp>
      <p:sp>
        <p:nvSpPr>
          <p:cNvPr id="62" name="Google Shape;62;p11"/>
          <p:cNvSpPr txBox="1"/>
          <p:nvPr>
            <p:ph idx="1" type="subTitle"/>
          </p:nvPr>
        </p:nvSpPr>
        <p:spPr>
          <a:xfrm>
            <a:off x="994200" y="2838150"/>
            <a:ext cx="4774200" cy="79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note 1">
  <p:cSld name="CUSTOM_25">
    <p:bg>
      <p:bgPr>
        <a:solidFill>
          <a:schemeClr val="dk1"/>
        </a:solidFill>
      </p:bgPr>
    </p:bg>
    <p:spTree>
      <p:nvGrpSpPr>
        <p:cNvPr id="64" name="Shape 64"/>
        <p:cNvGrpSpPr/>
        <p:nvPr/>
      </p:nvGrpSpPr>
      <p:grpSpPr>
        <a:xfrm>
          <a:off x="0" y="0"/>
          <a:ext cx="0" cy="0"/>
          <a:chOff x="0" y="0"/>
          <a:chExt cx="0" cy="0"/>
        </a:xfrm>
      </p:grpSpPr>
      <p:sp>
        <p:nvSpPr>
          <p:cNvPr id="65" name="Google Shape;65;p13"/>
          <p:cNvSpPr txBox="1"/>
          <p:nvPr>
            <p:ph type="title"/>
          </p:nvPr>
        </p:nvSpPr>
        <p:spPr>
          <a:xfrm>
            <a:off x="713225" y="685625"/>
            <a:ext cx="3048300" cy="2071500"/>
          </a:xfrm>
          <a:prstGeom prst="rect">
            <a:avLst/>
          </a:prstGeom>
          <a:solidFill>
            <a:schemeClr val="accent2"/>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3600"/>
              <a:buNone/>
              <a:defRPr>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dk1"/>
        </a:solidFill>
      </p:bgPr>
    </p:bg>
    <p:spTree>
      <p:nvGrpSpPr>
        <p:cNvPr id="66" name="Shape 66"/>
        <p:cNvGrpSpPr/>
        <p:nvPr/>
      </p:nvGrpSpPr>
      <p:grpSpPr>
        <a:xfrm>
          <a:off x="0" y="0"/>
          <a:ext cx="0" cy="0"/>
          <a:chOff x="0" y="0"/>
          <a:chExt cx="0" cy="0"/>
        </a:xfrm>
      </p:grpSpPr>
      <p:grpSp>
        <p:nvGrpSpPr>
          <p:cNvPr id="67" name="Google Shape;67;p14"/>
          <p:cNvGrpSpPr/>
          <p:nvPr/>
        </p:nvGrpSpPr>
        <p:grpSpPr>
          <a:xfrm>
            <a:off x="713200" y="539513"/>
            <a:ext cx="7717600" cy="4064400"/>
            <a:chOff x="713125" y="539500"/>
            <a:chExt cx="7717600" cy="4064400"/>
          </a:xfrm>
        </p:grpSpPr>
        <p:cxnSp>
          <p:nvCxnSpPr>
            <p:cNvPr id="68" name="Google Shape;68;p14"/>
            <p:cNvCxnSpPr/>
            <p:nvPr/>
          </p:nvCxnSpPr>
          <p:spPr>
            <a:xfrm>
              <a:off x="734825" y="125447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69" name="Google Shape;69;p14"/>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14"/>
            <p:cNvCxnSpPr>
              <a:stCxn id="69" idx="2"/>
            </p:cNvCxnSpPr>
            <p:nvPr/>
          </p:nvCxnSpPr>
          <p:spPr>
            <a:xfrm rot="10800000">
              <a:off x="4571975" y="1254400"/>
              <a:ext cx="0" cy="3349500"/>
            </a:xfrm>
            <a:prstGeom prst="straightConnector1">
              <a:avLst/>
            </a:prstGeom>
            <a:noFill/>
            <a:ln cap="flat" cmpd="sng" w="38100">
              <a:solidFill>
                <a:schemeClr val="accent1"/>
              </a:solidFill>
              <a:prstDash val="solid"/>
              <a:round/>
              <a:headEnd len="med" w="med" type="none"/>
              <a:tailEnd len="med" w="med" type="none"/>
            </a:ln>
          </p:spPr>
        </p:cxnSp>
        <p:cxnSp>
          <p:nvCxnSpPr>
            <p:cNvPr id="71" name="Google Shape;71;p14"/>
            <p:cNvCxnSpPr/>
            <p:nvPr/>
          </p:nvCxnSpPr>
          <p:spPr>
            <a:xfrm rot="10800000">
              <a:off x="713125" y="2912025"/>
              <a:ext cx="7709100" cy="0"/>
            </a:xfrm>
            <a:prstGeom prst="straightConnector1">
              <a:avLst/>
            </a:prstGeom>
            <a:noFill/>
            <a:ln cap="flat" cmpd="sng" w="38100">
              <a:solidFill>
                <a:schemeClr val="accent1"/>
              </a:solidFill>
              <a:prstDash val="solid"/>
              <a:round/>
              <a:headEnd len="med" w="med" type="none"/>
              <a:tailEnd len="med" w="med" type="none"/>
            </a:ln>
          </p:spPr>
        </p:cxnSp>
        <p:cxnSp>
          <p:nvCxnSpPr>
            <p:cNvPr id="72" name="Google Shape;72;p14"/>
            <p:cNvCxnSpPr/>
            <p:nvPr/>
          </p:nvCxnSpPr>
          <p:spPr>
            <a:xfrm rot="10800000">
              <a:off x="1760275" y="1254400"/>
              <a:ext cx="0" cy="3349500"/>
            </a:xfrm>
            <a:prstGeom prst="straightConnector1">
              <a:avLst/>
            </a:prstGeom>
            <a:noFill/>
            <a:ln cap="flat" cmpd="sng" w="38100">
              <a:solidFill>
                <a:schemeClr val="accent1"/>
              </a:solidFill>
              <a:prstDash val="solid"/>
              <a:round/>
              <a:headEnd len="med" w="med" type="none"/>
              <a:tailEnd len="med" w="med" type="none"/>
            </a:ln>
          </p:spPr>
        </p:cxnSp>
        <p:cxnSp>
          <p:nvCxnSpPr>
            <p:cNvPr id="73" name="Google Shape;73;p14"/>
            <p:cNvCxnSpPr/>
            <p:nvPr/>
          </p:nvCxnSpPr>
          <p:spPr>
            <a:xfrm rot="10800000">
              <a:off x="7378100" y="1254400"/>
              <a:ext cx="0" cy="3349500"/>
            </a:xfrm>
            <a:prstGeom prst="straightConnector1">
              <a:avLst/>
            </a:prstGeom>
            <a:noFill/>
            <a:ln cap="flat" cmpd="sng" w="38100">
              <a:solidFill>
                <a:schemeClr val="accent1"/>
              </a:solidFill>
              <a:prstDash val="solid"/>
              <a:round/>
              <a:headEnd len="med" w="med" type="none"/>
              <a:tailEnd len="med" w="med" type="none"/>
            </a:ln>
          </p:spPr>
        </p:cxnSp>
      </p:grpSp>
      <p:sp>
        <p:nvSpPr>
          <p:cNvPr id="74" name="Google Shape;74;p14"/>
          <p:cNvSpPr txBox="1"/>
          <p:nvPr>
            <p:ph type="title"/>
          </p:nvPr>
        </p:nvSpPr>
        <p:spPr>
          <a:xfrm>
            <a:off x="713250" y="6157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75" name="Google Shape;75;p14"/>
          <p:cNvSpPr txBox="1"/>
          <p:nvPr>
            <p:ph idx="1" type="subTitle"/>
          </p:nvPr>
        </p:nvSpPr>
        <p:spPr>
          <a:xfrm>
            <a:off x="1924988" y="2036825"/>
            <a:ext cx="2447400" cy="64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76" name="Google Shape;76;p14"/>
          <p:cNvSpPr txBox="1"/>
          <p:nvPr>
            <p:ph idx="2" type="subTitle"/>
          </p:nvPr>
        </p:nvSpPr>
        <p:spPr>
          <a:xfrm>
            <a:off x="1924988" y="1518125"/>
            <a:ext cx="2447400" cy="51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 name="Google Shape;77;p14"/>
          <p:cNvSpPr txBox="1"/>
          <p:nvPr>
            <p:ph hasCustomPrompt="1" idx="3" type="title"/>
          </p:nvPr>
        </p:nvSpPr>
        <p:spPr>
          <a:xfrm>
            <a:off x="819799" y="1818250"/>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lgn="ctr">
              <a:spcBef>
                <a:spcPts val="0"/>
              </a:spcBef>
              <a:spcAft>
                <a:spcPts val="0"/>
              </a:spcAft>
              <a:buClr>
                <a:schemeClr val="lt1"/>
              </a:buClr>
              <a:buSzPts val="1800"/>
              <a:buNone/>
              <a:defRPr sz="1800">
                <a:solidFill>
                  <a:schemeClr val="lt1"/>
                </a:solidFill>
              </a:defRPr>
            </a:lvl2pPr>
            <a:lvl3pPr lvl="2" rtl="0" algn="ctr">
              <a:spcBef>
                <a:spcPts val="0"/>
              </a:spcBef>
              <a:spcAft>
                <a:spcPts val="0"/>
              </a:spcAft>
              <a:buClr>
                <a:schemeClr val="lt1"/>
              </a:buClr>
              <a:buSzPts val="1800"/>
              <a:buNone/>
              <a:defRPr sz="1800">
                <a:solidFill>
                  <a:schemeClr val="lt1"/>
                </a:solidFill>
              </a:defRPr>
            </a:lvl3pPr>
            <a:lvl4pPr lvl="3" rtl="0" algn="ctr">
              <a:spcBef>
                <a:spcPts val="0"/>
              </a:spcBef>
              <a:spcAft>
                <a:spcPts val="0"/>
              </a:spcAft>
              <a:buClr>
                <a:schemeClr val="lt1"/>
              </a:buClr>
              <a:buSzPts val="1800"/>
              <a:buNone/>
              <a:defRPr sz="1800">
                <a:solidFill>
                  <a:schemeClr val="lt1"/>
                </a:solidFill>
              </a:defRPr>
            </a:lvl4pPr>
            <a:lvl5pPr lvl="4" rtl="0" algn="ctr">
              <a:spcBef>
                <a:spcPts val="0"/>
              </a:spcBef>
              <a:spcAft>
                <a:spcPts val="0"/>
              </a:spcAft>
              <a:buClr>
                <a:schemeClr val="lt1"/>
              </a:buClr>
              <a:buSzPts val="1800"/>
              <a:buNone/>
              <a:defRPr sz="1800">
                <a:solidFill>
                  <a:schemeClr val="lt1"/>
                </a:solidFill>
              </a:defRPr>
            </a:lvl5pPr>
            <a:lvl6pPr lvl="5" rtl="0" algn="ctr">
              <a:spcBef>
                <a:spcPts val="0"/>
              </a:spcBef>
              <a:spcAft>
                <a:spcPts val="0"/>
              </a:spcAft>
              <a:buClr>
                <a:schemeClr val="lt1"/>
              </a:buClr>
              <a:buSzPts val="1800"/>
              <a:buNone/>
              <a:defRPr sz="1800">
                <a:solidFill>
                  <a:schemeClr val="lt1"/>
                </a:solidFill>
              </a:defRPr>
            </a:lvl6pPr>
            <a:lvl7pPr lvl="6" rtl="0" algn="ctr">
              <a:spcBef>
                <a:spcPts val="0"/>
              </a:spcBef>
              <a:spcAft>
                <a:spcPts val="0"/>
              </a:spcAft>
              <a:buClr>
                <a:schemeClr val="lt1"/>
              </a:buClr>
              <a:buSzPts val="1800"/>
              <a:buNone/>
              <a:defRPr sz="1800">
                <a:solidFill>
                  <a:schemeClr val="lt1"/>
                </a:solidFill>
              </a:defRPr>
            </a:lvl7pPr>
            <a:lvl8pPr lvl="7" rtl="0" algn="ctr">
              <a:spcBef>
                <a:spcPts val="0"/>
              </a:spcBef>
              <a:spcAft>
                <a:spcPts val="0"/>
              </a:spcAft>
              <a:buClr>
                <a:schemeClr val="lt1"/>
              </a:buClr>
              <a:buSzPts val="1800"/>
              <a:buNone/>
              <a:defRPr sz="1800">
                <a:solidFill>
                  <a:schemeClr val="lt1"/>
                </a:solidFill>
              </a:defRPr>
            </a:lvl8pPr>
            <a:lvl9pPr lvl="8" rtl="0" algn="ctr">
              <a:spcBef>
                <a:spcPts val="0"/>
              </a:spcBef>
              <a:spcAft>
                <a:spcPts val="0"/>
              </a:spcAft>
              <a:buClr>
                <a:schemeClr val="lt1"/>
              </a:buClr>
              <a:buSzPts val="1800"/>
              <a:buNone/>
              <a:defRPr sz="1800">
                <a:solidFill>
                  <a:schemeClr val="lt1"/>
                </a:solidFill>
              </a:defRPr>
            </a:lvl9pPr>
          </a:lstStyle>
          <a:p>
            <a:r>
              <a:t>xx%</a:t>
            </a:r>
          </a:p>
        </p:txBody>
      </p:sp>
      <p:sp>
        <p:nvSpPr>
          <p:cNvPr id="78" name="Google Shape;78;p14"/>
          <p:cNvSpPr txBox="1"/>
          <p:nvPr>
            <p:ph idx="4" type="subTitle"/>
          </p:nvPr>
        </p:nvSpPr>
        <p:spPr>
          <a:xfrm>
            <a:off x="4760188" y="2036825"/>
            <a:ext cx="2447400" cy="642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gn="r">
              <a:lnSpc>
                <a:spcPct val="100000"/>
              </a:lnSpc>
              <a:spcBef>
                <a:spcPts val="0"/>
              </a:spcBef>
              <a:spcAft>
                <a:spcPts val="0"/>
              </a:spcAft>
              <a:buClr>
                <a:schemeClr val="lt1"/>
              </a:buClr>
              <a:buSzPts val="1400"/>
              <a:buNone/>
              <a:defRPr>
                <a:solidFill>
                  <a:schemeClr val="lt1"/>
                </a:solidFill>
              </a:defRPr>
            </a:lvl2pPr>
            <a:lvl3pPr lvl="2" rtl="0" algn="r">
              <a:lnSpc>
                <a:spcPct val="100000"/>
              </a:lnSpc>
              <a:spcBef>
                <a:spcPts val="0"/>
              </a:spcBef>
              <a:spcAft>
                <a:spcPts val="0"/>
              </a:spcAft>
              <a:buClr>
                <a:schemeClr val="lt1"/>
              </a:buClr>
              <a:buSzPts val="1400"/>
              <a:buNone/>
              <a:defRPr>
                <a:solidFill>
                  <a:schemeClr val="lt1"/>
                </a:solidFill>
              </a:defRPr>
            </a:lvl3pPr>
            <a:lvl4pPr lvl="3" rtl="0" algn="r">
              <a:lnSpc>
                <a:spcPct val="100000"/>
              </a:lnSpc>
              <a:spcBef>
                <a:spcPts val="0"/>
              </a:spcBef>
              <a:spcAft>
                <a:spcPts val="0"/>
              </a:spcAft>
              <a:buClr>
                <a:schemeClr val="lt1"/>
              </a:buClr>
              <a:buSzPts val="1400"/>
              <a:buNone/>
              <a:defRPr>
                <a:solidFill>
                  <a:schemeClr val="lt1"/>
                </a:solidFill>
              </a:defRPr>
            </a:lvl4pPr>
            <a:lvl5pPr lvl="4" rtl="0" algn="r">
              <a:lnSpc>
                <a:spcPct val="100000"/>
              </a:lnSpc>
              <a:spcBef>
                <a:spcPts val="0"/>
              </a:spcBef>
              <a:spcAft>
                <a:spcPts val="0"/>
              </a:spcAft>
              <a:buClr>
                <a:schemeClr val="lt1"/>
              </a:buClr>
              <a:buSzPts val="1400"/>
              <a:buNone/>
              <a:defRPr>
                <a:solidFill>
                  <a:schemeClr val="lt1"/>
                </a:solidFill>
              </a:defRPr>
            </a:lvl5pPr>
            <a:lvl6pPr lvl="5" rtl="0" algn="r">
              <a:lnSpc>
                <a:spcPct val="100000"/>
              </a:lnSpc>
              <a:spcBef>
                <a:spcPts val="0"/>
              </a:spcBef>
              <a:spcAft>
                <a:spcPts val="0"/>
              </a:spcAft>
              <a:buClr>
                <a:schemeClr val="lt1"/>
              </a:buClr>
              <a:buSzPts val="1400"/>
              <a:buNone/>
              <a:defRPr>
                <a:solidFill>
                  <a:schemeClr val="lt1"/>
                </a:solidFill>
              </a:defRPr>
            </a:lvl6pPr>
            <a:lvl7pPr lvl="6" rtl="0" algn="r">
              <a:lnSpc>
                <a:spcPct val="100000"/>
              </a:lnSpc>
              <a:spcBef>
                <a:spcPts val="0"/>
              </a:spcBef>
              <a:spcAft>
                <a:spcPts val="0"/>
              </a:spcAft>
              <a:buClr>
                <a:schemeClr val="lt1"/>
              </a:buClr>
              <a:buSzPts val="1400"/>
              <a:buNone/>
              <a:defRPr>
                <a:solidFill>
                  <a:schemeClr val="lt1"/>
                </a:solidFill>
              </a:defRPr>
            </a:lvl7pPr>
            <a:lvl8pPr lvl="7" rtl="0" algn="r">
              <a:lnSpc>
                <a:spcPct val="100000"/>
              </a:lnSpc>
              <a:spcBef>
                <a:spcPts val="0"/>
              </a:spcBef>
              <a:spcAft>
                <a:spcPts val="0"/>
              </a:spcAft>
              <a:buClr>
                <a:schemeClr val="lt1"/>
              </a:buClr>
              <a:buSzPts val="1400"/>
              <a:buNone/>
              <a:defRPr>
                <a:solidFill>
                  <a:schemeClr val="lt1"/>
                </a:solidFill>
              </a:defRPr>
            </a:lvl8pPr>
            <a:lvl9pPr lvl="8" rtl="0" algn="r">
              <a:lnSpc>
                <a:spcPct val="100000"/>
              </a:lnSpc>
              <a:spcBef>
                <a:spcPts val="0"/>
              </a:spcBef>
              <a:spcAft>
                <a:spcPts val="0"/>
              </a:spcAft>
              <a:buClr>
                <a:schemeClr val="lt1"/>
              </a:buClr>
              <a:buSzPts val="1400"/>
              <a:buNone/>
              <a:defRPr>
                <a:solidFill>
                  <a:schemeClr val="lt1"/>
                </a:solidFill>
              </a:defRPr>
            </a:lvl9pPr>
          </a:lstStyle>
          <a:p/>
        </p:txBody>
      </p:sp>
      <p:sp>
        <p:nvSpPr>
          <p:cNvPr id="79" name="Google Shape;79;p14"/>
          <p:cNvSpPr txBox="1"/>
          <p:nvPr>
            <p:ph idx="5" type="subTitle"/>
          </p:nvPr>
        </p:nvSpPr>
        <p:spPr>
          <a:xfrm>
            <a:off x="4760188" y="1518125"/>
            <a:ext cx="2447400" cy="51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80" name="Google Shape;80;p14"/>
          <p:cNvSpPr txBox="1"/>
          <p:nvPr>
            <p:ph hasCustomPrompt="1" idx="6" type="title"/>
          </p:nvPr>
        </p:nvSpPr>
        <p:spPr>
          <a:xfrm>
            <a:off x="7484299" y="1818250"/>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r>
              <a:t>xx%</a:t>
            </a:r>
          </a:p>
        </p:txBody>
      </p:sp>
      <p:sp>
        <p:nvSpPr>
          <p:cNvPr id="81" name="Google Shape;81;p14"/>
          <p:cNvSpPr txBox="1"/>
          <p:nvPr>
            <p:ph idx="7" type="subTitle"/>
          </p:nvPr>
        </p:nvSpPr>
        <p:spPr>
          <a:xfrm>
            <a:off x="1924988" y="3691200"/>
            <a:ext cx="2447400" cy="64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82" name="Google Shape;82;p14"/>
          <p:cNvSpPr txBox="1"/>
          <p:nvPr>
            <p:ph idx="8" type="subTitle"/>
          </p:nvPr>
        </p:nvSpPr>
        <p:spPr>
          <a:xfrm>
            <a:off x="1924988" y="3172500"/>
            <a:ext cx="2447400" cy="51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4"/>
          <p:cNvSpPr txBox="1"/>
          <p:nvPr>
            <p:ph hasCustomPrompt="1" idx="9" type="title"/>
          </p:nvPr>
        </p:nvSpPr>
        <p:spPr>
          <a:xfrm>
            <a:off x="819800" y="3464500"/>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lgn="ctr">
              <a:spcBef>
                <a:spcPts val="0"/>
              </a:spcBef>
              <a:spcAft>
                <a:spcPts val="0"/>
              </a:spcAft>
              <a:buClr>
                <a:schemeClr val="lt1"/>
              </a:buClr>
              <a:buSzPts val="1800"/>
              <a:buNone/>
              <a:defRPr sz="1800">
                <a:solidFill>
                  <a:schemeClr val="lt1"/>
                </a:solidFill>
              </a:defRPr>
            </a:lvl2pPr>
            <a:lvl3pPr lvl="2" rtl="0" algn="ctr">
              <a:spcBef>
                <a:spcPts val="0"/>
              </a:spcBef>
              <a:spcAft>
                <a:spcPts val="0"/>
              </a:spcAft>
              <a:buClr>
                <a:schemeClr val="lt1"/>
              </a:buClr>
              <a:buSzPts val="1800"/>
              <a:buNone/>
              <a:defRPr sz="1800">
                <a:solidFill>
                  <a:schemeClr val="lt1"/>
                </a:solidFill>
              </a:defRPr>
            </a:lvl3pPr>
            <a:lvl4pPr lvl="3" rtl="0" algn="ctr">
              <a:spcBef>
                <a:spcPts val="0"/>
              </a:spcBef>
              <a:spcAft>
                <a:spcPts val="0"/>
              </a:spcAft>
              <a:buClr>
                <a:schemeClr val="lt1"/>
              </a:buClr>
              <a:buSzPts val="1800"/>
              <a:buNone/>
              <a:defRPr sz="1800">
                <a:solidFill>
                  <a:schemeClr val="lt1"/>
                </a:solidFill>
              </a:defRPr>
            </a:lvl4pPr>
            <a:lvl5pPr lvl="4" rtl="0" algn="ctr">
              <a:spcBef>
                <a:spcPts val="0"/>
              </a:spcBef>
              <a:spcAft>
                <a:spcPts val="0"/>
              </a:spcAft>
              <a:buClr>
                <a:schemeClr val="lt1"/>
              </a:buClr>
              <a:buSzPts val="1800"/>
              <a:buNone/>
              <a:defRPr sz="1800">
                <a:solidFill>
                  <a:schemeClr val="lt1"/>
                </a:solidFill>
              </a:defRPr>
            </a:lvl5pPr>
            <a:lvl6pPr lvl="5" rtl="0" algn="ctr">
              <a:spcBef>
                <a:spcPts val="0"/>
              </a:spcBef>
              <a:spcAft>
                <a:spcPts val="0"/>
              </a:spcAft>
              <a:buClr>
                <a:schemeClr val="lt1"/>
              </a:buClr>
              <a:buSzPts val="1800"/>
              <a:buNone/>
              <a:defRPr sz="1800">
                <a:solidFill>
                  <a:schemeClr val="lt1"/>
                </a:solidFill>
              </a:defRPr>
            </a:lvl6pPr>
            <a:lvl7pPr lvl="6" rtl="0" algn="ctr">
              <a:spcBef>
                <a:spcPts val="0"/>
              </a:spcBef>
              <a:spcAft>
                <a:spcPts val="0"/>
              </a:spcAft>
              <a:buClr>
                <a:schemeClr val="lt1"/>
              </a:buClr>
              <a:buSzPts val="1800"/>
              <a:buNone/>
              <a:defRPr sz="1800">
                <a:solidFill>
                  <a:schemeClr val="lt1"/>
                </a:solidFill>
              </a:defRPr>
            </a:lvl7pPr>
            <a:lvl8pPr lvl="7" rtl="0" algn="ctr">
              <a:spcBef>
                <a:spcPts val="0"/>
              </a:spcBef>
              <a:spcAft>
                <a:spcPts val="0"/>
              </a:spcAft>
              <a:buClr>
                <a:schemeClr val="lt1"/>
              </a:buClr>
              <a:buSzPts val="1800"/>
              <a:buNone/>
              <a:defRPr sz="1800">
                <a:solidFill>
                  <a:schemeClr val="lt1"/>
                </a:solidFill>
              </a:defRPr>
            </a:lvl8pPr>
            <a:lvl9pPr lvl="8" rtl="0" algn="ctr">
              <a:spcBef>
                <a:spcPts val="0"/>
              </a:spcBef>
              <a:spcAft>
                <a:spcPts val="0"/>
              </a:spcAft>
              <a:buClr>
                <a:schemeClr val="lt1"/>
              </a:buClr>
              <a:buSzPts val="1800"/>
              <a:buNone/>
              <a:defRPr sz="1800">
                <a:solidFill>
                  <a:schemeClr val="lt1"/>
                </a:solidFill>
              </a:defRPr>
            </a:lvl9pPr>
          </a:lstStyle>
          <a:p>
            <a:r>
              <a:t>xx%</a:t>
            </a:r>
          </a:p>
        </p:txBody>
      </p:sp>
      <p:sp>
        <p:nvSpPr>
          <p:cNvPr id="84" name="Google Shape;84;p14"/>
          <p:cNvSpPr txBox="1"/>
          <p:nvPr>
            <p:ph idx="13" type="subTitle"/>
          </p:nvPr>
        </p:nvSpPr>
        <p:spPr>
          <a:xfrm>
            <a:off x="4760200" y="3673200"/>
            <a:ext cx="2447400" cy="642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gn="r">
              <a:lnSpc>
                <a:spcPct val="100000"/>
              </a:lnSpc>
              <a:spcBef>
                <a:spcPts val="0"/>
              </a:spcBef>
              <a:spcAft>
                <a:spcPts val="0"/>
              </a:spcAft>
              <a:buClr>
                <a:schemeClr val="lt1"/>
              </a:buClr>
              <a:buSzPts val="1400"/>
              <a:buNone/>
              <a:defRPr>
                <a:solidFill>
                  <a:schemeClr val="lt1"/>
                </a:solidFill>
              </a:defRPr>
            </a:lvl2pPr>
            <a:lvl3pPr lvl="2" rtl="0" algn="r">
              <a:lnSpc>
                <a:spcPct val="100000"/>
              </a:lnSpc>
              <a:spcBef>
                <a:spcPts val="0"/>
              </a:spcBef>
              <a:spcAft>
                <a:spcPts val="0"/>
              </a:spcAft>
              <a:buClr>
                <a:schemeClr val="lt1"/>
              </a:buClr>
              <a:buSzPts val="1400"/>
              <a:buNone/>
              <a:defRPr>
                <a:solidFill>
                  <a:schemeClr val="lt1"/>
                </a:solidFill>
              </a:defRPr>
            </a:lvl3pPr>
            <a:lvl4pPr lvl="3" rtl="0" algn="r">
              <a:lnSpc>
                <a:spcPct val="100000"/>
              </a:lnSpc>
              <a:spcBef>
                <a:spcPts val="0"/>
              </a:spcBef>
              <a:spcAft>
                <a:spcPts val="0"/>
              </a:spcAft>
              <a:buClr>
                <a:schemeClr val="lt1"/>
              </a:buClr>
              <a:buSzPts val="1400"/>
              <a:buNone/>
              <a:defRPr>
                <a:solidFill>
                  <a:schemeClr val="lt1"/>
                </a:solidFill>
              </a:defRPr>
            </a:lvl4pPr>
            <a:lvl5pPr lvl="4" rtl="0" algn="r">
              <a:lnSpc>
                <a:spcPct val="100000"/>
              </a:lnSpc>
              <a:spcBef>
                <a:spcPts val="0"/>
              </a:spcBef>
              <a:spcAft>
                <a:spcPts val="0"/>
              </a:spcAft>
              <a:buClr>
                <a:schemeClr val="lt1"/>
              </a:buClr>
              <a:buSzPts val="1400"/>
              <a:buNone/>
              <a:defRPr>
                <a:solidFill>
                  <a:schemeClr val="lt1"/>
                </a:solidFill>
              </a:defRPr>
            </a:lvl5pPr>
            <a:lvl6pPr lvl="5" rtl="0" algn="r">
              <a:lnSpc>
                <a:spcPct val="100000"/>
              </a:lnSpc>
              <a:spcBef>
                <a:spcPts val="0"/>
              </a:spcBef>
              <a:spcAft>
                <a:spcPts val="0"/>
              </a:spcAft>
              <a:buClr>
                <a:schemeClr val="lt1"/>
              </a:buClr>
              <a:buSzPts val="1400"/>
              <a:buNone/>
              <a:defRPr>
                <a:solidFill>
                  <a:schemeClr val="lt1"/>
                </a:solidFill>
              </a:defRPr>
            </a:lvl6pPr>
            <a:lvl7pPr lvl="6" rtl="0" algn="r">
              <a:lnSpc>
                <a:spcPct val="100000"/>
              </a:lnSpc>
              <a:spcBef>
                <a:spcPts val="0"/>
              </a:spcBef>
              <a:spcAft>
                <a:spcPts val="0"/>
              </a:spcAft>
              <a:buClr>
                <a:schemeClr val="lt1"/>
              </a:buClr>
              <a:buSzPts val="1400"/>
              <a:buNone/>
              <a:defRPr>
                <a:solidFill>
                  <a:schemeClr val="lt1"/>
                </a:solidFill>
              </a:defRPr>
            </a:lvl7pPr>
            <a:lvl8pPr lvl="7" rtl="0" algn="r">
              <a:lnSpc>
                <a:spcPct val="100000"/>
              </a:lnSpc>
              <a:spcBef>
                <a:spcPts val="0"/>
              </a:spcBef>
              <a:spcAft>
                <a:spcPts val="0"/>
              </a:spcAft>
              <a:buClr>
                <a:schemeClr val="lt1"/>
              </a:buClr>
              <a:buSzPts val="1400"/>
              <a:buNone/>
              <a:defRPr>
                <a:solidFill>
                  <a:schemeClr val="lt1"/>
                </a:solidFill>
              </a:defRPr>
            </a:lvl8pPr>
            <a:lvl9pPr lvl="8" rtl="0" algn="r">
              <a:lnSpc>
                <a:spcPct val="100000"/>
              </a:lnSpc>
              <a:spcBef>
                <a:spcPts val="0"/>
              </a:spcBef>
              <a:spcAft>
                <a:spcPts val="0"/>
              </a:spcAft>
              <a:buClr>
                <a:schemeClr val="lt1"/>
              </a:buClr>
              <a:buSzPts val="1400"/>
              <a:buNone/>
              <a:defRPr>
                <a:solidFill>
                  <a:schemeClr val="lt1"/>
                </a:solidFill>
              </a:defRPr>
            </a:lvl9pPr>
          </a:lstStyle>
          <a:p/>
        </p:txBody>
      </p:sp>
      <p:sp>
        <p:nvSpPr>
          <p:cNvPr id="85" name="Google Shape;85;p14"/>
          <p:cNvSpPr txBox="1"/>
          <p:nvPr>
            <p:ph idx="14" type="subTitle"/>
          </p:nvPr>
        </p:nvSpPr>
        <p:spPr>
          <a:xfrm>
            <a:off x="4760200" y="3154500"/>
            <a:ext cx="2447400" cy="51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86" name="Google Shape;86;p14"/>
          <p:cNvSpPr txBox="1"/>
          <p:nvPr>
            <p:ph hasCustomPrompt="1" idx="15" type="title"/>
          </p:nvPr>
        </p:nvSpPr>
        <p:spPr>
          <a:xfrm>
            <a:off x="7488624" y="3475788"/>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
    <p:bg>
      <p:bgPr>
        <a:solidFill>
          <a:schemeClr val="dk1"/>
        </a:solidFill>
      </p:bgPr>
    </p:bg>
    <p:spTree>
      <p:nvGrpSpPr>
        <p:cNvPr id="87" name="Shape 87"/>
        <p:cNvGrpSpPr/>
        <p:nvPr/>
      </p:nvGrpSpPr>
      <p:grpSpPr>
        <a:xfrm>
          <a:off x="0" y="0"/>
          <a:ext cx="0" cy="0"/>
          <a:chOff x="0" y="0"/>
          <a:chExt cx="0" cy="0"/>
        </a:xfrm>
      </p:grpSpPr>
      <p:grpSp>
        <p:nvGrpSpPr>
          <p:cNvPr id="88" name="Google Shape;88;p15"/>
          <p:cNvGrpSpPr/>
          <p:nvPr/>
        </p:nvGrpSpPr>
        <p:grpSpPr>
          <a:xfrm>
            <a:off x="713300" y="539513"/>
            <a:ext cx="7717500" cy="4064400"/>
            <a:chOff x="713225" y="539500"/>
            <a:chExt cx="7717500" cy="4064400"/>
          </a:xfrm>
        </p:grpSpPr>
        <p:cxnSp>
          <p:nvCxnSpPr>
            <p:cNvPr id="89" name="Google Shape;89;p15"/>
            <p:cNvCxnSpPr/>
            <p:nvPr/>
          </p:nvCxnSpPr>
          <p:spPr>
            <a:xfrm>
              <a:off x="734825" y="125447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90" name="Google Shape;90;p15"/>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5"/>
          <p:cNvSpPr txBox="1"/>
          <p:nvPr>
            <p:ph type="title"/>
          </p:nvPr>
        </p:nvSpPr>
        <p:spPr>
          <a:xfrm>
            <a:off x="713250" y="6157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92" name="Google Shape;92;p15"/>
          <p:cNvSpPr txBox="1"/>
          <p:nvPr>
            <p:ph idx="1" type="subTitle"/>
          </p:nvPr>
        </p:nvSpPr>
        <p:spPr>
          <a:xfrm>
            <a:off x="897170" y="3153085"/>
            <a:ext cx="1562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3" name="Google Shape;93;p15"/>
          <p:cNvSpPr txBox="1"/>
          <p:nvPr>
            <p:ph idx="2" type="subTitle"/>
          </p:nvPr>
        </p:nvSpPr>
        <p:spPr>
          <a:xfrm>
            <a:off x="897170" y="2634385"/>
            <a:ext cx="1562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 name="Google Shape;94;p15"/>
          <p:cNvSpPr txBox="1"/>
          <p:nvPr>
            <p:ph hasCustomPrompt="1" idx="3" type="title"/>
          </p:nvPr>
        </p:nvSpPr>
        <p:spPr>
          <a:xfrm>
            <a:off x="1261666" y="1975660"/>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lgn="ctr">
              <a:spcBef>
                <a:spcPts val="0"/>
              </a:spcBef>
              <a:spcAft>
                <a:spcPts val="0"/>
              </a:spcAft>
              <a:buClr>
                <a:schemeClr val="lt1"/>
              </a:buClr>
              <a:buSzPts val="1800"/>
              <a:buNone/>
              <a:defRPr sz="1800">
                <a:solidFill>
                  <a:schemeClr val="lt1"/>
                </a:solidFill>
              </a:defRPr>
            </a:lvl2pPr>
            <a:lvl3pPr lvl="2" rtl="0" algn="ctr">
              <a:spcBef>
                <a:spcPts val="0"/>
              </a:spcBef>
              <a:spcAft>
                <a:spcPts val="0"/>
              </a:spcAft>
              <a:buClr>
                <a:schemeClr val="lt1"/>
              </a:buClr>
              <a:buSzPts val="1800"/>
              <a:buNone/>
              <a:defRPr sz="1800">
                <a:solidFill>
                  <a:schemeClr val="lt1"/>
                </a:solidFill>
              </a:defRPr>
            </a:lvl3pPr>
            <a:lvl4pPr lvl="3" rtl="0" algn="ctr">
              <a:spcBef>
                <a:spcPts val="0"/>
              </a:spcBef>
              <a:spcAft>
                <a:spcPts val="0"/>
              </a:spcAft>
              <a:buClr>
                <a:schemeClr val="lt1"/>
              </a:buClr>
              <a:buSzPts val="1800"/>
              <a:buNone/>
              <a:defRPr sz="1800">
                <a:solidFill>
                  <a:schemeClr val="lt1"/>
                </a:solidFill>
              </a:defRPr>
            </a:lvl4pPr>
            <a:lvl5pPr lvl="4" rtl="0" algn="ctr">
              <a:spcBef>
                <a:spcPts val="0"/>
              </a:spcBef>
              <a:spcAft>
                <a:spcPts val="0"/>
              </a:spcAft>
              <a:buClr>
                <a:schemeClr val="lt1"/>
              </a:buClr>
              <a:buSzPts val="1800"/>
              <a:buNone/>
              <a:defRPr sz="1800">
                <a:solidFill>
                  <a:schemeClr val="lt1"/>
                </a:solidFill>
              </a:defRPr>
            </a:lvl5pPr>
            <a:lvl6pPr lvl="5" rtl="0" algn="ctr">
              <a:spcBef>
                <a:spcPts val="0"/>
              </a:spcBef>
              <a:spcAft>
                <a:spcPts val="0"/>
              </a:spcAft>
              <a:buClr>
                <a:schemeClr val="lt1"/>
              </a:buClr>
              <a:buSzPts val="1800"/>
              <a:buNone/>
              <a:defRPr sz="1800">
                <a:solidFill>
                  <a:schemeClr val="lt1"/>
                </a:solidFill>
              </a:defRPr>
            </a:lvl6pPr>
            <a:lvl7pPr lvl="6" rtl="0" algn="ctr">
              <a:spcBef>
                <a:spcPts val="0"/>
              </a:spcBef>
              <a:spcAft>
                <a:spcPts val="0"/>
              </a:spcAft>
              <a:buClr>
                <a:schemeClr val="lt1"/>
              </a:buClr>
              <a:buSzPts val="1800"/>
              <a:buNone/>
              <a:defRPr sz="1800">
                <a:solidFill>
                  <a:schemeClr val="lt1"/>
                </a:solidFill>
              </a:defRPr>
            </a:lvl7pPr>
            <a:lvl8pPr lvl="7" rtl="0" algn="ctr">
              <a:spcBef>
                <a:spcPts val="0"/>
              </a:spcBef>
              <a:spcAft>
                <a:spcPts val="0"/>
              </a:spcAft>
              <a:buClr>
                <a:schemeClr val="lt1"/>
              </a:buClr>
              <a:buSzPts val="1800"/>
              <a:buNone/>
              <a:defRPr sz="1800">
                <a:solidFill>
                  <a:schemeClr val="lt1"/>
                </a:solidFill>
              </a:defRPr>
            </a:lvl8pPr>
            <a:lvl9pPr lvl="8" rtl="0" algn="ctr">
              <a:spcBef>
                <a:spcPts val="0"/>
              </a:spcBef>
              <a:spcAft>
                <a:spcPts val="0"/>
              </a:spcAft>
              <a:buClr>
                <a:schemeClr val="lt1"/>
              </a:buClr>
              <a:buSzPts val="1800"/>
              <a:buNone/>
              <a:defRPr sz="1800">
                <a:solidFill>
                  <a:schemeClr val="lt1"/>
                </a:solidFill>
              </a:defRPr>
            </a:lvl9pPr>
          </a:lstStyle>
          <a:p>
            <a:r>
              <a:t>xx%</a:t>
            </a:r>
          </a:p>
        </p:txBody>
      </p:sp>
      <p:sp>
        <p:nvSpPr>
          <p:cNvPr id="95" name="Google Shape;95;p15"/>
          <p:cNvSpPr txBox="1"/>
          <p:nvPr>
            <p:ph idx="4" type="subTitle"/>
          </p:nvPr>
        </p:nvSpPr>
        <p:spPr>
          <a:xfrm>
            <a:off x="4752758" y="3153085"/>
            <a:ext cx="1562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r">
              <a:lnSpc>
                <a:spcPct val="100000"/>
              </a:lnSpc>
              <a:spcBef>
                <a:spcPts val="0"/>
              </a:spcBef>
              <a:spcAft>
                <a:spcPts val="0"/>
              </a:spcAft>
              <a:buClr>
                <a:schemeClr val="lt1"/>
              </a:buClr>
              <a:buSzPts val="1400"/>
              <a:buNone/>
              <a:defRPr>
                <a:solidFill>
                  <a:schemeClr val="lt1"/>
                </a:solidFill>
              </a:defRPr>
            </a:lvl2pPr>
            <a:lvl3pPr lvl="2" rtl="0" algn="r">
              <a:lnSpc>
                <a:spcPct val="100000"/>
              </a:lnSpc>
              <a:spcBef>
                <a:spcPts val="0"/>
              </a:spcBef>
              <a:spcAft>
                <a:spcPts val="0"/>
              </a:spcAft>
              <a:buClr>
                <a:schemeClr val="lt1"/>
              </a:buClr>
              <a:buSzPts val="1400"/>
              <a:buNone/>
              <a:defRPr>
                <a:solidFill>
                  <a:schemeClr val="lt1"/>
                </a:solidFill>
              </a:defRPr>
            </a:lvl3pPr>
            <a:lvl4pPr lvl="3" rtl="0" algn="r">
              <a:lnSpc>
                <a:spcPct val="100000"/>
              </a:lnSpc>
              <a:spcBef>
                <a:spcPts val="0"/>
              </a:spcBef>
              <a:spcAft>
                <a:spcPts val="0"/>
              </a:spcAft>
              <a:buClr>
                <a:schemeClr val="lt1"/>
              </a:buClr>
              <a:buSzPts val="1400"/>
              <a:buNone/>
              <a:defRPr>
                <a:solidFill>
                  <a:schemeClr val="lt1"/>
                </a:solidFill>
              </a:defRPr>
            </a:lvl4pPr>
            <a:lvl5pPr lvl="4" rtl="0" algn="r">
              <a:lnSpc>
                <a:spcPct val="100000"/>
              </a:lnSpc>
              <a:spcBef>
                <a:spcPts val="0"/>
              </a:spcBef>
              <a:spcAft>
                <a:spcPts val="0"/>
              </a:spcAft>
              <a:buClr>
                <a:schemeClr val="lt1"/>
              </a:buClr>
              <a:buSzPts val="1400"/>
              <a:buNone/>
              <a:defRPr>
                <a:solidFill>
                  <a:schemeClr val="lt1"/>
                </a:solidFill>
              </a:defRPr>
            </a:lvl5pPr>
            <a:lvl6pPr lvl="5" rtl="0" algn="r">
              <a:lnSpc>
                <a:spcPct val="100000"/>
              </a:lnSpc>
              <a:spcBef>
                <a:spcPts val="0"/>
              </a:spcBef>
              <a:spcAft>
                <a:spcPts val="0"/>
              </a:spcAft>
              <a:buClr>
                <a:schemeClr val="lt1"/>
              </a:buClr>
              <a:buSzPts val="1400"/>
              <a:buNone/>
              <a:defRPr>
                <a:solidFill>
                  <a:schemeClr val="lt1"/>
                </a:solidFill>
              </a:defRPr>
            </a:lvl6pPr>
            <a:lvl7pPr lvl="6" rtl="0" algn="r">
              <a:lnSpc>
                <a:spcPct val="100000"/>
              </a:lnSpc>
              <a:spcBef>
                <a:spcPts val="0"/>
              </a:spcBef>
              <a:spcAft>
                <a:spcPts val="0"/>
              </a:spcAft>
              <a:buClr>
                <a:schemeClr val="lt1"/>
              </a:buClr>
              <a:buSzPts val="1400"/>
              <a:buNone/>
              <a:defRPr>
                <a:solidFill>
                  <a:schemeClr val="lt1"/>
                </a:solidFill>
              </a:defRPr>
            </a:lvl7pPr>
            <a:lvl8pPr lvl="7" rtl="0" algn="r">
              <a:lnSpc>
                <a:spcPct val="100000"/>
              </a:lnSpc>
              <a:spcBef>
                <a:spcPts val="0"/>
              </a:spcBef>
              <a:spcAft>
                <a:spcPts val="0"/>
              </a:spcAft>
              <a:buClr>
                <a:schemeClr val="lt1"/>
              </a:buClr>
              <a:buSzPts val="1400"/>
              <a:buNone/>
              <a:defRPr>
                <a:solidFill>
                  <a:schemeClr val="lt1"/>
                </a:solidFill>
              </a:defRPr>
            </a:lvl8pPr>
            <a:lvl9pPr lvl="8" rtl="0" algn="r">
              <a:lnSpc>
                <a:spcPct val="100000"/>
              </a:lnSpc>
              <a:spcBef>
                <a:spcPts val="0"/>
              </a:spcBef>
              <a:spcAft>
                <a:spcPts val="0"/>
              </a:spcAft>
              <a:buClr>
                <a:schemeClr val="lt1"/>
              </a:buClr>
              <a:buSzPts val="1400"/>
              <a:buNone/>
              <a:defRPr>
                <a:solidFill>
                  <a:schemeClr val="lt1"/>
                </a:solidFill>
              </a:defRPr>
            </a:lvl9pPr>
          </a:lstStyle>
          <a:p/>
        </p:txBody>
      </p:sp>
      <p:sp>
        <p:nvSpPr>
          <p:cNvPr id="96" name="Google Shape;96;p15"/>
          <p:cNvSpPr txBox="1"/>
          <p:nvPr>
            <p:ph idx="5" type="subTitle"/>
          </p:nvPr>
        </p:nvSpPr>
        <p:spPr>
          <a:xfrm>
            <a:off x="4752758" y="2634385"/>
            <a:ext cx="1562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97" name="Google Shape;97;p15"/>
          <p:cNvSpPr txBox="1"/>
          <p:nvPr>
            <p:ph hasCustomPrompt="1" idx="6" type="title"/>
          </p:nvPr>
        </p:nvSpPr>
        <p:spPr>
          <a:xfrm>
            <a:off x="5117252" y="1975660"/>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r>
              <a:t>xx%</a:t>
            </a:r>
          </a:p>
        </p:txBody>
      </p:sp>
      <p:sp>
        <p:nvSpPr>
          <p:cNvPr id="98" name="Google Shape;98;p15"/>
          <p:cNvSpPr txBox="1"/>
          <p:nvPr>
            <p:ph idx="7" type="subTitle"/>
          </p:nvPr>
        </p:nvSpPr>
        <p:spPr>
          <a:xfrm>
            <a:off x="2824958" y="3153085"/>
            <a:ext cx="1562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9" name="Google Shape;99;p15"/>
          <p:cNvSpPr txBox="1"/>
          <p:nvPr>
            <p:ph idx="8" type="subTitle"/>
          </p:nvPr>
        </p:nvSpPr>
        <p:spPr>
          <a:xfrm>
            <a:off x="2824958" y="2634385"/>
            <a:ext cx="1562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0" name="Google Shape;100;p15"/>
          <p:cNvSpPr txBox="1"/>
          <p:nvPr>
            <p:ph hasCustomPrompt="1" idx="9" type="title"/>
          </p:nvPr>
        </p:nvSpPr>
        <p:spPr>
          <a:xfrm>
            <a:off x="3189459" y="1975660"/>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lgn="ctr">
              <a:spcBef>
                <a:spcPts val="0"/>
              </a:spcBef>
              <a:spcAft>
                <a:spcPts val="0"/>
              </a:spcAft>
              <a:buClr>
                <a:schemeClr val="lt1"/>
              </a:buClr>
              <a:buSzPts val="1800"/>
              <a:buNone/>
              <a:defRPr sz="1800">
                <a:solidFill>
                  <a:schemeClr val="lt1"/>
                </a:solidFill>
              </a:defRPr>
            </a:lvl2pPr>
            <a:lvl3pPr lvl="2" rtl="0" algn="ctr">
              <a:spcBef>
                <a:spcPts val="0"/>
              </a:spcBef>
              <a:spcAft>
                <a:spcPts val="0"/>
              </a:spcAft>
              <a:buClr>
                <a:schemeClr val="lt1"/>
              </a:buClr>
              <a:buSzPts val="1800"/>
              <a:buNone/>
              <a:defRPr sz="1800">
                <a:solidFill>
                  <a:schemeClr val="lt1"/>
                </a:solidFill>
              </a:defRPr>
            </a:lvl3pPr>
            <a:lvl4pPr lvl="3" rtl="0" algn="ctr">
              <a:spcBef>
                <a:spcPts val="0"/>
              </a:spcBef>
              <a:spcAft>
                <a:spcPts val="0"/>
              </a:spcAft>
              <a:buClr>
                <a:schemeClr val="lt1"/>
              </a:buClr>
              <a:buSzPts val="1800"/>
              <a:buNone/>
              <a:defRPr sz="1800">
                <a:solidFill>
                  <a:schemeClr val="lt1"/>
                </a:solidFill>
              </a:defRPr>
            </a:lvl4pPr>
            <a:lvl5pPr lvl="4" rtl="0" algn="ctr">
              <a:spcBef>
                <a:spcPts val="0"/>
              </a:spcBef>
              <a:spcAft>
                <a:spcPts val="0"/>
              </a:spcAft>
              <a:buClr>
                <a:schemeClr val="lt1"/>
              </a:buClr>
              <a:buSzPts val="1800"/>
              <a:buNone/>
              <a:defRPr sz="1800">
                <a:solidFill>
                  <a:schemeClr val="lt1"/>
                </a:solidFill>
              </a:defRPr>
            </a:lvl5pPr>
            <a:lvl6pPr lvl="5" rtl="0" algn="ctr">
              <a:spcBef>
                <a:spcPts val="0"/>
              </a:spcBef>
              <a:spcAft>
                <a:spcPts val="0"/>
              </a:spcAft>
              <a:buClr>
                <a:schemeClr val="lt1"/>
              </a:buClr>
              <a:buSzPts val="1800"/>
              <a:buNone/>
              <a:defRPr sz="1800">
                <a:solidFill>
                  <a:schemeClr val="lt1"/>
                </a:solidFill>
              </a:defRPr>
            </a:lvl6pPr>
            <a:lvl7pPr lvl="6" rtl="0" algn="ctr">
              <a:spcBef>
                <a:spcPts val="0"/>
              </a:spcBef>
              <a:spcAft>
                <a:spcPts val="0"/>
              </a:spcAft>
              <a:buClr>
                <a:schemeClr val="lt1"/>
              </a:buClr>
              <a:buSzPts val="1800"/>
              <a:buNone/>
              <a:defRPr sz="1800">
                <a:solidFill>
                  <a:schemeClr val="lt1"/>
                </a:solidFill>
              </a:defRPr>
            </a:lvl7pPr>
            <a:lvl8pPr lvl="7" rtl="0" algn="ctr">
              <a:spcBef>
                <a:spcPts val="0"/>
              </a:spcBef>
              <a:spcAft>
                <a:spcPts val="0"/>
              </a:spcAft>
              <a:buClr>
                <a:schemeClr val="lt1"/>
              </a:buClr>
              <a:buSzPts val="1800"/>
              <a:buNone/>
              <a:defRPr sz="1800">
                <a:solidFill>
                  <a:schemeClr val="lt1"/>
                </a:solidFill>
              </a:defRPr>
            </a:lvl8pPr>
            <a:lvl9pPr lvl="8" rtl="0" algn="ctr">
              <a:spcBef>
                <a:spcPts val="0"/>
              </a:spcBef>
              <a:spcAft>
                <a:spcPts val="0"/>
              </a:spcAft>
              <a:buClr>
                <a:schemeClr val="lt1"/>
              </a:buClr>
              <a:buSzPts val="1800"/>
              <a:buNone/>
              <a:defRPr sz="1800">
                <a:solidFill>
                  <a:schemeClr val="lt1"/>
                </a:solidFill>
              </a:defRPr>
            </a:lvl9pPr>
          </a:lstStyle>
          <a:p>
            <a:r>
              <a:t>xx%</a:t>
            </a:r>
          </a:p>
        </p:txBody>
      </p:sp>
      <p:sp>
        <p:nvSpPr>
          <p:cNvPr id="101" name="Google Shape;101;p15"/>
          <p:cNvSpPr txBox="1"/>
          <p:nvPr>
            <p:ph idx="13" type="subTitle"/>
          </p:nvPr>
        </p:nvSpPr>
        <p:spPr>
          <a:xfrm>
            <a:off x="6680545" y="3153085"/>
            <a:ext cx="1562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r">
              <a:lnSpc>
                <a:spcPct val="100000"/>
              </a:lnSpc>
              <a:spcBef>
                <a:spcPts val="0"/>
              </a:spcBef>
              <a:spcAft>
                <a:spcPts val="0"/>
              </a:spcAft>
              <a:buClr>
                <a:schemeClr val="lt1"/>
              </a:buClr>
              <a:buSzPts val="1400"/>
              <a:buNone/>
              <a:defRPr>
                <a:solidFill>
                  <a:schemeClr val="lt1"/>
                </a:solidFill>
              </a:defRPr>
            </a:lvl2pPr>
            <a:lvl3pPr lvl="2" rtl="0" algn="r">
              <a:lnSpc>
                <a:spcPct val="100000"/>
              </a:lnSpc>
              <a:spcBef>
                <a:spcPts val="0"/>
              </a:spcBef>
              <a:spcAft>
                <a:spcPts val="0"/>
              </a:spcAft>
              <a:buClr>
                <a:schemeClr val="lt1"/>
              </a:buClr>
              <a:buSzPts val="1400"/>
              <a:buNone/>
              <a:defRPr>
                <a:solidFill>
                  <a:schemeClr val="lt1"/>
                </a:solidFill>
              </a:defRPr>
            </a:lvl3pPr>
            <a:lvl4pPr lvl="3" rtl="0" algn="r">
              <a:lnSpc>
                <a:spcPct val="100000"/>
              </a:lnSpc>
              <a:spcBef>
                <a:spcPts val="0"/>
              </a:spcBef>
              <a:spcAft>
                <a:spcPts val="0"/>
              </a:spcAft>
              <a:buClr>
                <a:schemeClr val="lt1"/>
              </a:buClr>
              <a:buSzPts val="1400"/>
              <a:buNone/>
              <a:defRPr>
                <a:solidFill>
                  <a:schemeClr val="lt1"/>
                </a:solidFill>
              </a:defRPr>
            </a:lvl4pPr>
            <a:lvl5pPr lvl="4" rtl="0" algn="r">
              <a:lnSpc>
                <a:spcPct val="100000"/>
              </a:lnSpc>
              <a:spcBef>
                <a:spcPts val="0"/>
              </a:spcBef>
              <a:spcAft>
                <a:spcPts val="0"/>
              </a:spcAft>
              <a:buClr>
                <a:schemeClr val="lt1"/>
              </a:buClr>
              <a:buSzPts val="1400"/>
              <a:buNone/>
              <a:defRPr>
                <a:solidFill>
                  <a:schemeClr val="lt1"/>
                </a:solidFill>
              </a:defRPr>
            </a:lvl5pPr>
            <a:lvl6pPr lvl="5" rtl="0" algn="r">
              <a:lnSpc>
                <a:spcPct val="100000"/>
              </a:lnSpc>
              <a:spcBef>
                <a:spcPts val="0"/>
              </a:spcBef>
              <a:spcAft>
                <a:spcPts val="0"/>
              </a:spcAft>
              <a:buClr>
                <a:schemeClr val="lt1"/>
              </a:buClr>
              <a:buSzPts val="1400"/>
              <a:buNone/>
              <a:defRPr>
                <a:solidFill>
                  <a:schemeClr val="lt1"/>
                </a:solidFill>
              </a:defRPr>
            </a:lvl6pPr>
            <a:lvl7pPr lvl="6" rtl="0" algn="r">
              <a:lnSpc>
                <a:spcPct val="100000"/>
              </a:lnSpc>
              <a:spcBef>
                <a:spcPts val="0"/>
              </a:spcBef>
              <a:spcAft>
                <a:spcPts val="0"/>
              </a:spcAft>
              <a:buClr>
                <a:schemeClr val="lt1"/>
              </a:buClr>
              <a:buSzPts val="1400"/>
              <a:buNone/>
              <a:defRPr>
                <a:solidFill>
                  <a:schemeClr val="lt1"/>
                </a:solidFill>
              </a:defRPr>
            </a:lvl7pPr>
            <a:lvl8pPr lvl="7" rtl="0" algn="r">
              <a:lnSpc>
                <a:spcPct val="100000"/>
              </a:lnSpc>
              <a:spcBef>
                <a:spcPts val="0"/>
              </a:spcBef>
              <a:spcAft>
                <a:spcPts val="0"/>
              </a:spcAft>
              <a:buClr>
                <a:schemeClr val="lt1"/>
              </a:buClr>
              <a:buSzPts val="1400"/>
              <a:buNone/>
              <a:defRPr>
                <a:solidFill>
                  <a:schemeClr val="lt1"/>
                </a:solidFill>
              </a:defRPr>
            </a:lvl8pPr>
            <a:lvl9pPr lvl="8" rtl="0" algn="r">
              <a:lnSpc>
                <a:spcPct val="100000"/>
              </a:lnSpc>
              <a:spcBef>
                <a:spcPts val="0"/>
              </a:spcBef>
              <a:spcAft>
                <a:spcPts val="0"/>
              </a:spcAft>
              <a:buClr>
                <a:schemeClr val="lt1"/>
              </a:buClr>
              <a:buSzPts val="1400"/>
              <a:buNone/>
              <a:defRPr>
                <a:solidFill>
                  <a:schemeClr val="lt1"/>
                </a:solidFill>
              </a:defRPr>
            </a:lvl9pPr>
          </a:lstStyle>
          <a:p/>
        </p:txBody>
      </p:sp>
      <p:sp>
        <p:nvSpPr>
          <p:cNvPr id="102" name="Google Shape;102;p15"/>
          <p:cNvSpPr txBox="1"/>
          <p:nvPr>
            <p:ph idx="14" type="subTitle"/>
          </p:nvPr>
        </p:nvSpPr>
        <p:spPr>
          <a:xfrm>
            <a:off x="6680545" y="2634385"/>
            <a:ext cx="1562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03" name="Google Shape;103;p15"/>
          <p:cNvSpPr txBox="1"/>
          <p:nvPr>
            <p:ph hasCustomPrompt="1" idx="15" type="title"/>
          </p:nvPr>
        </p:nvSpPr>
        <p:spPr>
          <a:xfrm>
            <a:off x="7045045" y="1975647"/>
            <a:ext cx="833400" cy="518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30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3">
    <p:bg>
      <p:bgPr>
        <a:solidFill>
          <a:schemeClr val="dk1"/>
        </a:solidFill>
      </p:bgPr>
    </p:bg>
    <p:spTree>
      <p:nvGrpSpPr>
        <p:cNvPr id="104" name="Shape 104"/>
        <p:cNvGrpSpPr/>
        <p:nvPr/>
      </p:nvGrpSpPr>
      <p:grpSpPr>
        <a:xfrm>
          <a:off x="0" y="0"/>
          <a:ext cx="0" cy="0"/>
          <a:chOff x="0" y="0"/>
          <a:chExt cx="0" cy="0"/>
        </a:xfrm>
      </p:grpSpPr>
      <p:sp>
        <p:nvSpPr>
          <p:cNvPr id="105" name="Google Shape;105;p16"/>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txBox="1"/>
          <p:nvPr>
            <p:ph type="title"/>
          </p:nvPr>
        </p:nvSpPr>
        <p:spPr>
          <a:xfrm>
            <a:off x="1131175" y="2463675"/>
            <a:ext cx="5351100" cy="1264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07" name="Google Shape;107;p16"/>
          <p:cNvSpPr txBox="1"/>
          <p:nvPr>
            <p:ph hasCustomPrompt="1" idx="2" type="title"/>
          </p:nvPr>
        </p:nvSpPr>
        <p:spPr>
          <a:xfrm>
            <a:off x="1131163" y="968025"/>
            <a:ext cx="2150400" cy="16659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72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r>
              <a:t>xx%</a:t>
            </a:r>
          </a:p>
        </p:txBody>
      </p:sp>
      <p:sp>
        <p:nvSpPr>
          <p:cNvPr id="108" name="Google Shape;108;p16"/>
          <p:cNvSpPr txBox="1"/>
          <p:nvPr>
            <p:ph idx="1" type="subTitle"/>
          </p:nvPr>
        </p:nvSpPr>
        <p:spPr>
          <a:xfrm>
            <a:off x="1131163" y="3728475"/>
            <a:ext cx="5351100" cy="44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4">
    <p:bg>
      <p:bgPr>
        <a:solidFill>
          <a:schemeClr val="dk1"/>
        </a:solidFill>
      </p:bgPr>
    </p:bg>
    <p:spTree>
      <p:nvGrpSpPr>
        <p:cNvPr id="109" name="Shape 109"/>
        <p:cNvGrpSpPr/>
        <p:nvPr/>
      </p:nvGrpSpPr>
      <p:grpSpPr>
        <a:xfrm>
          <a:off x="0" y="0"/>
          <a:ext cx="0" cy="0"/>
          <a:chOff x="0" y="0"/>
          <a:chExt cx="0" cy="0"/>
        </a:xfrm>
      </p:grpSpPr>
      <p:sp>
        <p:nvSpPr>
          <p:cNvPr id="110" name="Google Shape;110;p17"/>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txBox="1"/>
          <p:nvPr>
            <p:ph type="title"/>
          </p:nvPr>
        </p:nvSpPr>
        <p:spPr>
          <a:xfrm>
            <a:off x="1714350" y="2559925"/>
            <a:ext cx="5715300" cy="1068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2" name="Google Shape;112;p17"/>
          <p:cNvSpPr txBox="1"/>
          <p:nvPr>
            <p:ph hasCustomPrompt="1" idx="2" type="title"/>
          </p:nvPr>
        </p:nvSpPr>
        <p:spPr>
          <a:xfrm>
            <a:off x="3496800" y="894025"/>
            <a:ext cx="2150400" cy="1665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72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r>
              <a:t>xx%</a:t>
            </a:r>
          </a:p>
        </p:txBody>
      </p:sp>
      <p:sp>
        <p:nvSpPr>
          <p:cNvPr id="113" name="Google Shape;113;p17"/>
          <p:cNvSpPr txBox="1"/>
          <p:nvPr>
            <p:ph idx="1" type="subTitle"/>
          </p:nvPr>
        </p:nvSpPr>
        <p:spPr>
          <a:xfrm>
            <a:off x="1896450" y="3802475"/>
            <a:ext cx="5351100" cy="44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dk1"/>
        </a:solidFill>
      </p:bgPr>
    </p:bg>
    <p:spTree>
      <p:nvGrpSpPr>
        <p:cNvPr id="114" name="Shape 114"/>
        <p:cNvGrpSpPr/>
        <p:nvPr/>
      </p:nvGrpSpPr>
      <p:grpSpPr>
        <a:xfrm>
          <a:off x="0" y="0"/>
          <a:ext cx="0" cy="0"/>
          <a:chOff x="0" y="0"/>
          <a:chExt cx="0" cy="0"/>
        </a:xfrm>
      </p:grpSpPr>
      <p:sp>
        <p:nvSpPr>
          <p:cNvPr id="115" name="Google Shape;115;p18"/>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txBox="1"/>
          <p:nvPr>
            <p:ph type="title"/>
          </p:nvPr>
        </p:nvSpPr>
        <p:spPr>
          <a:xfrm>
            <a:off x="1952375" y="3189813"/>
            <a:ext cx="4629600" cy="4917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7" name="Google Shape;117;p18"/>
          <p:cNvSpPr txBox="1"/>
          <p:nvPr>
            <p:ph idx="1" type="subTitle"/>
          </p:nvPr>
        </p:nvSpPr>
        <p:spPr>
          <a:xfrm>
            <a:off x="1952375" y="1995238"/>
            <a:ext cx="4629600" cy="111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None/>
              <a:defRPr sz="16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
    <p:bg>
      <p:bgPr>
        <a:solidFill>
          <a:schemeClr val="dk1"/>
        </a:solidFill>
      </p:bgPr>
    </p:bg>
    <p:spTree>
      <p:nvGrpSpPr>
        <p:cNvPr id="118" name="Shape 118"/>
        <p:cNvGrpSpPr/>
        <p:nvPr/>
      </p:nvGrpSpPr>
      <p:grpSpPr>
        <a:xfrm>
          <a:off x="0" y="0"/>
          <a:ext cx="0" cy="0"/>
          <a:chOff x="0" y="0"/>
          <a:chExt cx="0" cy="0"/>
        </a:xfrm>
      </p:grpSpPr>
      <p:sp>
        <p:nvSpPr>
          <p:cNvPr id="119" name="Google Shape;119;p19"/>
          <p:cNvSpPr txBox="1"/>
          <p:nvPr>
            <p:ph type="title"/>
          </p:nvPr>
        </p:nvSpPr>
        <p:spPr>
          <a:xfrm>
            <a:off x="713250" y="5395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atin typeface="Roboto"/>
                <a:ea typeface="Roboto"/>
                <a:cs typeface="Roboto"/>
                <a:sym typeface="Roboto"/>
              </a:defRPr>
            </a:lvl1pPr>
            <a:lvl2pPr lvl="1">
              <a:spcBef>
                <a:spcPts val="0"/>
              </a:spcBef>
              <a:spcAft>
                <a:spcPts val="0"/>
              </a:spcAft>
              <a:buSzPts val="2800"/>
              <a:buNone/>
              <a:defRPr>
                <a:latin typeface="Roboto"/>
                <a:ea typeface="Roboto"/>
                <a:cs typeface="Roboto"/>
                <a:sym typeface="Roboto"/>
              </a:defRPr>
            </a:lvl2pPr>
            <a:lvl3pPr lvl="2">
              <a:spcBef>
                <a:spcPts val="0"/>
              </a:spcBef>
              <a:spcAft>
                <a:spcPts val="0"/>
              </a:spcAft>
              <a:buSzPts val="2800"/>
              <a:buNone/>
              <a:defRPr>
                <a:latin typeface="Roboto"/>
                <a:ea typeface="Roboto"/>
                <a:cs typeface="Roboto"/>
                <a:sym typeface="Roboto"/>
              </a:defRPr>
            </a:lvl3pPr>
            <a:lvl4pPr lvl="3">
              <a:spcBef>
                <a:spcPts val="0"/>
              </a:spcBef>
              <a:spcAft>
                <a:spcPts val="0"/>
              </a:spcAft>
              <a:buSzPts val="2800"/>
              <a:buNone/>
              <a:defRPr>
                <a:latin typeface="Roboto"/>
                <a:ea typeface="Roboto"/>
                <a:cs typeface="Roboto"/>
                <a:sym typeface="Roboto"/>
              </a:defRPr>
            </a:lvl4pPr>
            <a:lvl5pPr lvl="4">
              <a:spcBef>
                <a:spcPts val="0"/>
              </a:spcBef>
              <a:spcAft>
                <a:spcPts val="0"/>
              </a:spcAft>
              <a:buSzPts val="2800"/>
              <a:buNone/>
              <a:defRPr>
                <a:latin typeface="Roboto"/>
                <a:ea typeface="Roboto"/>
                <a:cs typeface="Roboto"/>
                <a:sym typeface="Roboto"/>
              </a:defRPr>
            </a:lvl5pPr>
            <a:lvl6pPr lvl="5">
              <a:spcBef>
                <a:spcPts val="0"/>
              </a:spcBef>
              <a:spcAft>
                <a:spcPts val="0"/>
              </a:spcAft>
              <a:buSzPts val="2800"/>
              <a:buNone/>
              <a:defRPr>
                <a:latin typeface="Roboto"/>
                <a:ea typeface="Roboto"/>
                <a:cs typeface="Roboto"/>
                <a:sym typeface="Roboto"/>
              </a:defRPr>
            </a:lvl6pPr>
            <a:lvl7pPr lvl="6">
              <a:spcBef>
                <a:spcPts val="0"/>
              </a:spcBef>
              <a:spcAft>
                <a:spcPts val="0"/>
              </a:spcAft>
              <a:buSzPts val="2800"/>
              <a:buNone/>
              <a:defRPr>
                <a:latin typeface="Roboto"/>
                <a:ea typeface="Roboto"/>
                <a:cs typeface="Roboto"/>
                <a:sym typeface="Roboto"/>
              </a:defRPr>
            </a:lvl7pPr>
            <a:lvl8pPr lvl="7">
              <a:spcBef>
                <a:spcPts val="0"/>
              </a:spcBef>
              <a:spcAft>
                <a:spcPts val="0"/>
              </a:spcAft>
              <a:buSzPts val="2800"/>
              <a:buNone/>
              <a:defRPr>
                <a:latin typeface="Roboto"/>
                <a:ea typeface="Roboto"/>
                <a:cs typeface="Roboto"/>
                <a:sym typeface="Roboto"/>
              </a:defRPr>
            </a:lvl8pPr>
            <a:lvl9pPr lvl="8">
              <a:spcBef>
                <a:spcPts val="0"/>
              </a:spcBef>
              <a:spcAft>
                <a:spcPts val="0"/>
              </a:spcAft>
              <a:buSzPts val="2800"/>
              <a:buNone/>
              <a:defRPr>
                <a:latin typeface="Roboto"/>
                <a:ea typeface="Roboto"/>
                <a:cs typeface="Roboto"/>
                <a:sym typeface="Roboto"/>
              </a:defRPr>
            </a:lvl9pPr>
          </a:lstStyle>
          <a:p/>
        </p:txBody>
      </p:sp>
      <p:sp>
        <p:nvSpPr>
          <p:cNvPr id="120" name="Google Shape;120;p19"/>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txBox="1"/>
          <p:nvPr>
            <p:ph idx="2" type="title"/>
          </p:nvPr>
        </p:nvSpPr>
        <p:spPr>
          <a:xfrm>
            <a:off x="3364525" y="3430088"/>
            <a:ext cx="4629600" cy="49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2" name="Google Shape;122;p19"/>
          <p:cNvSpPr txBox="1"/>
          <p:nvPr>
            <p:ph idx="1" type="subTitle"/>
          </p:nvPr>
        </p:nvSpPr>
        <p:spPr>
          <a:xfrm>
            <a:off x="3364525" y="2235513"/>
            <a:ext cx="4629600" cy="1118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16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0">
    <p:bg>
      <p:bgPr>
        <a:solidFill>
          <a:schemeClr val="dk1"/>
        </a:solidFill>
      </p:bgPr>
    </p:bg>
    <p:spTree>
      <p:nvGrpSpPr>
        <p:cNvPr id="123" name="Shape 123"/>
        <p:cNvGrpSpPr/>
        <p:nvPr/>
      </p:nvGrpSpPr>
      <p:grpSpPr>
        <a:xfrm>
          <a:off x="0" y="0"/>
          <a:ext cx="0" cy="0"/>
          <a:chOff x="0" y="0"/>
          <a:chExt cx="0" cy="0"/>
        </a:xfrm>
      </p:grpSpPr>
      <p:sp>
        <p:nvSpPr>
          <p:cNvPr id="124" name="Google Shape;124;p20"/>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txBox="1"/>
          <p:nvPr>
            <p:ph hasCustomPrompt="1" type="title"/>
          </p:nvPr>
        </p:nvSpPr>
        <p:spPr>
          <a:xfrm>
            <a:off x="2070613" y="1505850"/>
            <a:ext cx="4774200" cy="1332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7200"/>
              <a:buNone/>
              <a:defRPr sz="72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26" name="Google Shape;126;p20"/>
          <p:cNvSpPr txBox="1"/>
          <p:nvPr>
            <p:ph idx="1" type="subTitle"/>
          </p:nvPr>
        </p:nvSpPr>
        <p:spPr>
          <a:xfrm>
            <a:off x="2070613" y="2838150"/>
            <a:ext cx="4774200" cy="7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2">
  <p:cSld name="CUSTOM_22">
    <p:bg>
      <p:bgPr>
        <a:solidFill>
          <a:schemeClr val="dk1"/>
        </a:solidFill>
      </p:bgPr>
    </p:bg>
    <p:spTree>
      <p:nvGrpSpPr>
        <p:cNvPr id="127" name="Shape 127"/>
        <p:cNvGrpSpPr/>
        <p:nvPr/>
      </p:nvGrpSpPr>
      <p:grpSpPr>
        <a:xfrm>
          <a:off x="0" y="0"/>
          <a:ext cx="0" cy="0"/>
          <a:chOff x="0" y="0"/>
          <a:chExt cx="0" cy="0"/>
        </a:xfrm>
      </p:grpSpPr>
      <p:sp>
        <p:nvSpPr>
          <p:cNvPr id="128" name="Google Shape;128;p21"/>
          <p:cNvSpPr txBox="1"/>
          <p:nvPr>
            <p:ph hasCustomPrompt="1" type="title"/>
          </p:nvPr>
        </p:nvSpPr>
        <p:spPr>
          <a:xfrm>
            <a:off x="2337663" y="1768700"/>
            <a:ext cx="2299800" cy="1209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29" name="Google Shape;129;p21"/>
          <p:cNvSpPr txBox="1"/>
          <p:nvPr>
            <p:ph idx="1" type="subTitle"/>
          </p:nvPr>
        </p:nvSpPr>
        <p:spPr>
          <a:xfrm>
            <a:off x="4989538" y="1768700"/>
            <a:ext cx="3188400" cy="120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0" name="Google Shape;130;p21"/>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 name="Google Shape;131;p21"/>
          <p:cNvCxnSpPr/>
          <p:nvPr/>
        </p:nvCxnSpPr>
        <p:spPr>
          <a:xfrm>
            <a:off x="734900" y="110212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132" name="Google Shape;132;p21"/>
          <p:cNvSpPr txBox="1"/>
          <p:nvPr>
            <p:ph idx="2"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
    <p:bg>
      <p:bgPr>
        <a:solidFill>
          <a:schemeClr val="dk1"/>
        </a:solidFill>
      </p:bgPr>
    </p:bg>
    <p:spTree>
      <p:nvGrpSpPr>
        <p:cNvPr id="133" name="Shape 133"/>
        <p:cNvGrpSpPr/>
        <p:nvPr/>
      </p:nvGrpSpPr>
      <p:grpSpPr>
        <a:xfrm>
          <a:off x="0" y="0"/>
          <a:ext cx="0" cy="0"/>
          <a:chOff x="0" y="0"/>
          <a:chExt cx="0" cy="0"/>
        </a:xfrm>
      </p:grpSpPr>
      <p:sp>
        <p:nvSpPr>
          <p:cNvPr id="134" name="Google Shape;134;p22"/>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 name="Google Shape;135;p22"/>
          <p:cNvCxnSpPr/>
          <p:nvPr/>
        </p:nvCxnSpPr>
        <p:spPr>
          <a:xfrm>
            <a:off x="734900" y="110212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136" name="Google Shape;136;p22"/>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37" name="Google Shape;137;p22"/>
          <p:cNvSpPr txBox="1"/>
          <p:nvPr>
            <p:ph hasCustomPrompt="1" idx="2" type="title"/>
          </p:nvPr>
        </p:nvSpPr>
        <p:spPr>
          <a:xfrm>
            <a:off x="1153250" y="1714350"/>
            <a:ext cx="2299800" cy="1036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38" name="Google Shape;138;p22"/>
          <p:cNvSpPr txBox="1"/>
          <p:nvPr>
            <p:ph idx="1" type="subTitle"/>
          </p:nvPr>
        </p:nvSpPr>
        <p:spPr>
          <a:xfrm>
            <a:off x="1153250" y="2750550"/>
            <a:ext cx="2299800" cy="105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9" name="Google Shape;139;p22"/>
          <p:cNvSpPr txBox="1"/>
          <p:nvPr>
            <p:ph hasCustomPrompt="1" idx="3" type="title"/>
          </p:nvPr>
        </p:nvSpPr>
        <p:spPr>
          <a:xfrm>
            <a:off x="5006988" y="1378188"/>
            <a:ext cx="29712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40" name="Google Shape;140;p22"/>
          <p:cNvSpPr txBox="1"/>
          <p:nvPr>
            <p:ph idx="4" type="subTitle"/>
          </p:nvPr>
        </p:nvSpPr>
        <p:spPr>
          <a:xfrm>
            <a:off x="5006988" y="2023850"/>
            <a:ext cx="2971200" cy="46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1" name="Google Shape;141;p22"/>
          <p:cNvSpPr txBox="1"/>
          <p:nvPr>
            <p:ph hasCustomPrompt="1" idx="5" type="title"/>
          </p:nvPr>
        </p:nvSpPr>
        <p:spPr>
          <a:xfrm>
            <a:off x="5006988" y="3133450"/>
            <a:ext cx="29712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42" name="Google Shape;142;p22"/>
          <p:cNvSpPr txBox="1"/>
          <p:nvPr>
            <p:ph idx="6" type="subTitle"/>
          </p:nvPr>
        </p:nvSpPr>
        <p:spPr>
          <a:xfrm>
            <a:off x="5006988" y="3779000"/>
            <a:ext cx="2971200" cy="46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13">
    <p:bg>
      <p:bgPr>
        <a:solidFill>
          <a:schemeClr val="dk1"/>
        </a:solidFill>
      </p:bgPr>
    </p:bg>
    <p:spTree>
      <p:nvGrpSpPr>
        <p:cNvPr id="143" name="Shape 143"/>
        <p:cNvGrpSpPr/>
        <p:nvPr/>
      </p:nvGrpSpPr>
      <p:grpSpPr>
        <a:xfrm>
          <a:off x="0" y="0"/>
          <a:ext cx="0" cy="0"/>
          <a:chOff x="0" y="0"/>
          <a:chExt cx="0" cy="0"/>
        </a:xfrm>
      </p:grpSpPr>
      <p:sp>
        <p:nvSpPr>
          <p:cNvPr id="144" name="Google Shape;144;p23"/>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 name="Google Shape;145;p23"/>
          <p:cNvCxnSpPr/>
          <p:nvPr/>
        </p:nvCxnSpPr>
        <p:spPr>
          <a:xfrm>
            <a:off x="734900" y="110212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146" name="Google Shape;146;p23"/>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47" name="Google Shape;147;p23"/>
          <p:cNvSpPr txBox="1"/>
          <p:nvPr>
            <p:ph hasCustomPrompt="1" idx="2" type="title"/>
          </p:nvPr>
        </p:nvSpPr>
        <p:spPr>
          <a:xfrm>
            <a:off x="1153250" y="2777249"/>
            <a:ext cx="21918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6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48" name="Google Shape;148;p23"/>
          <p:cNvSpPr txBox="1"/>
          <p:nvPr>
            <p:ph idx="1" type="subTitle"/>
          </p:nvPr>
        </p:nvSpPr>
        <p:spPr>
          <a:xfrm>
            <a:off x="1153250" y="3575299"/>
            <a:ext cx="21918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23"/>
          <p:cNvSpPr txBox="1"/>
          <p:nvPr>
            <p:ph hasCustomPrompt="1" idx="3" type="title"/>
          </p:nvPr>
        </p:nvSpPr>
        <p:spPr>
          <a:xfrm>
            <a:off x="3476088" y="2777249"/>
            <a:ext cx="21918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36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50" name="Google Shape;150;p23"/>
          <p:cNvSpPr txBox="1"/>
          <p:nvPr>
            <p:ph idx="4" type="subTitle"/>
          </p:nvPr>
        </p:nvSpPr>
        <p:spPr>
          <a:xfrm>
            <a:off x="3476100" y="3575295"/>
            <a:ext cx="21918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23"/>
          <p:cNvSpPr txBox="1"/>
          <p:nvPr>
            <p:ph hasCustomPrompt="1" idx="5" type="title"/>
          </p:nvPr>
        </p:nvSpPr>
        <p:spPr>
          <a:xfrm>
            <a:off x="5798944" y="2777254"/>
            <a:ext cx="21918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36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52" name="Google Shape;152;p23"/>
          <p:cNvSpPr txBox="1"/>
          <p:nvPr>
            <p:ph idx="6" type="subTitle"/>
          </p:nvPr>
        </p:nvSpPr>
        <p:spPr>
          <a:xfrm>
            <a:off x="5798944" y="3575198"/>
            <a:ext cx="21918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1_1_1_1">
    <p:bg>
      <p:bgPr>
        <a:solidFill>
          <a:schemeClr val="dk1"/>
        </a:solidFill>
      </p:bgPr>
    </p:bg>
    <p:spTree>
      <p:nvGrpSpPr>
        <p:cNvPr id="153" name="Shape 153"/>
        <p:cNvGrpSpPr/>
        <p:nvPr/>
      </p:nvGrpSpPr>
      <p:grpSpPr>
        <a:xfrm>
          <a:off x="0" y="0"/>
          <a:ext cx="0" cy="0"/>
          <a:chOff x="0" y="0"/>
          <a:chExt cx="0" cy="0"/>
        </a:xfrm>
      </p:grpSpPr>
      <p:grpSp>
        <p:nvGrpSpPr>
          <p:cNvPr id="154" name="Google Shape;154;p24"/>
          <p:cNvGrpSpPr/>
          <p:nvPr/>
        </p:nvGrpSpPr>
        <p:grpSpPr>
          <a:xfrm>
            <a:off x="713225" y="539500"/>
            <a:ext cx="7717500" cy="4064400"/>
            <a:chOff x="713225" y="539500"/>
            <a:chExt cx="7717500" cy="4064400"/>
          </a:xfrm>
        </p:grpSpPr>
        <p:sp>
          <p:nvSpPr>
            <p:cNvPr id="155" name="Google Shape;155;p24"/>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 name="Google Shape;156;p24"/>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157" name="Google Shape;157;p24"/>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1">
    <p:bg>
      <p:bgPr>
        <a:solidFill>
          <a:schemeClr val="dk1"/>
        </a:solidFill>
      </p:bgPr>
    </p:bg>
    <p:spTree>
      <p:nvGrpSpPr>
        <p:cNvPr id="158" name="Shape 158"/>
        <p:cNvGrpSpPr/>
        <p:nvPr/>
      </p:nvGrpSpPr>
      <p:grpSpPr>
        <a:xfrm>
          <a:off x="0" y="0"/>
          <a:ext cx="0" cy="0"/>
          <a:chOff x="0" y="0"/>
          <a:chExt cx="0" cy="0"/>
        </a:xfrm>
      </p:grpSpPr>
      <p:grpSp>
        <p:nvGrpSpPr>
          <p:cNvPr id="159" name="Google Shape;159;p25"/>
          <p:cNvGrpSpPr/>
          <p:nvPr/>
        </p:nvGrpSpPr>
        <p:grpSpPr>
          <a:xfrm>
            <a:off x="713225" y="539500"/>
            <a:ext cx="7717500" cy="4064400"/>
            <a:chOff x="713225" y="539500"/>
            <a:chExt cx="7717500" cy="4064400"/>
          </a:xfrm>
        </p:grpSpPr>
        <p:sp>
          <p:nvSpPr>
            <p:cNvPr id="160" name="Google Shape;160;p25"/>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 name="Google Shape;161;p25"/>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162" name="Google Shape;162;p25"/>
          <p:cNvSpPr txBox="1"/>
          <p:nvPr>
            <p:ph type="title"/>
          </p:nvPr>
        </p:nvSpPr>
        <p:spPr>
          <a:xfrm>
            <a:off x="859050" y="539500"/>
            <a:ext cx="74259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BLANK_1_1_1_1_1_1">
    <p:bg>
      <p:bgPr>
        <a:solidFill>
          <a:schemeClr val="dk1"/>
        </a:solidFill>
      </p:bgPr>
    </p:bg>
    <p:spTree>
      <p:nvGrpSpPr>
        <p:cNvPr id="163" name="Shape 163"/>
        <p:cNvGrpSpPr/>
        <p:nvPr/>
      </p:nvGrpSpPr>
      <p:grpSpPr>
        <a:xfrm>
          <a:off x="0" y="0"/>
          <a:ext cx="0" cy="0"/>
          <a:chOff x="0" y="0"/>
          <a:chExt cx="0" cy="0"/>
        </a:xfrm>
      </p:grpSpPr>
      <p:grpSp>
        <p:nvGrpSpPr>
          <p:cNvPr id="164" name="Google Shape;164;p26"/>
          <p:cNvGrpSpPr/>
          <p:nvPr/>
        </p:nvGrpSpPr>
        <p:grpSpPr>
          <a:xfrm>
            <a:off x="713225" y="539500"/>
            <a:ext cx="7717500" cy="4064400"/>
            <a:chOff x="713225" y="539500"/>
            <a:chExt cx="7717500" cy="4064400"/>
          </a:xfrm>
        </p:grpSpPr>
        <p:sp>
          <p:nvSpPr>
            <p:cNvPr id="165" name="Google Shape;165;p26"/>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6" name="Google Shape;166;p26"/>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167" name="Google Shape;167;p26"/>
          <p:cNvSpPr txBox="1"/>
          <p:nvPr>
            <p:ph type="title"/>
          </p:nvPr>
        </p:nvSpPr>
        <p:spPr>
          <a:xfrm>
            <a:off x="859050" y="539500"/>
            <a:ext cx="74259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1"/>
              </a:buClr>
              <a:buSzPts val="2800"/>
              <a:buNone/>
              <a:defRPr>
                <a:solidFill>
                  <a:schemeClr val="lt1"/>
                </a:solidFill>
              </a:defRPr>
            </a:lvl1pPr>
            <a:lvl2pPr lvl="1" rtl="0" algn="r">
              <a:spcBef>
                <a:spcPts val="0"/>
              </a:spcBef>
              <a:spcAft>
                <a:spcPts val="0"/>
              </a:spcAft>
              <a:buClr>
                <a:schemeClr val="lt1"/>
              </a:buClr>
              <a:buSzPts val="2800"/>
              <a:buNone/>
              <a:defRPr>
                <a:solidFill>
                  <a:schemeClr val="lt1"/>
                </a:solidFill>
              </a:defRPr>
            </a:lvl2pPr>
            <a:lvl3pPr lvl="2" rtl="0" algn="r">
              <a:spcBef>
                <a:spcPts val="0"/>
              </a:spcBef>
              <a:spcAft>
                <a:spcPts val="0"/>
              </a:spcAft>
              <a:buClr>
                <a:schemeClr val="lt1"/>
              </a:buClr>
              <a:buSzPts val="2800"/>
              <a:buNone/>
              <a:defRPr>
                <a:solidFill>
                  <a:schemeClr val="lt1"/>
                </a:solidFill>
              </a:defRPr>
            </a:lvl3pPr>
            <a:lvl4pPr lvl="3" rtl="0" algn="r">
              <a:spcBef>
                <a:spcPts val="0"/>
              </a:spcBef>
              <a:spcAft>
                <a:spcPts val="0"/>
              </a:spcAft>
              <a:buClr>
                <a:schemeClr val="lt1"/>
              </a:buClr>
              <a:buSzPts val="2800"/>
              <a:buNone/>
              <a:defRPr>
                <a:solidFill>
                  <a:schemeClr val="lt1"/>
                </a:solidFill>
              </a:defRPr>
            </a:lvl4pPr>
            <a:lvl5pPr lvl="4" rtl="0" algn="r">
              <a:spcBef>
                <a:spcPts val="0"/>
              </a:spcBef>
              <a:spcAft>
                <a:spcPts val="0"/>
              </a:spcAft>
              <a:buClr>
                <a:schemeClr val="lt1"/>
              </a:buClr>
              <a:buSzPts val="2800"/>
              <a:buNone/>
              <a:defRPr>
                <a:solidFill>
                  <a:schemeClr val="lt1"/>
                </a:solidFill>
              </a:defRPr>
            </a:lvl5pPr>
            <a:lvl6pPr lvl="5" rtl="0" algn="r">
              <a:spcBef>
                <a:spcPts val="0"/>
              </a:spcBef>
              <a:spcAft>
                <a:spcPts val="0"/>
              </a:spcAft>
              <a:buClr>
                <a:schemeClr val="lt1"/>
              </a:buClr>
              <a:buSzPts val="2800"/>
              <a:buNone/>
              <a:defRPr>
                <a:solidFill>
                  <a:schemeClr val="lt1"/>
                </a:solidFill>
              </a:defRPr>
            </a:lvl6pPr>
            <a:lvl7pPr lvl="6" rtl="0" algn="r">
              <a:spcBef>
                <a:spcPts val="0"/>
              </a:spcBef>
              <a:spcAft>
                <a:spcPts val="0"/>
              </a:spcAft>
              <a:buClr>
                <a:schemeClr val="lt1"/>
              </a:buClr>
              <a:buSzPts val="2800"/>
              <a:buNone/>
              <a:defRPr>
                <a:solidFill>
                  <a:schemeClr val="lt1"/>
                </a:solidFill>
              </a:defRPr>
            </a:lvl7pPr>
            <a:lvl8pPr lvl="7" rtl="0" algn="r">
              <a:spcBef>
                <a:spcPts val="0"/>
              </a:spcBef>
              <a:spcAft>
                <a:spcPts val="0"/>
              </a:spcAft>
              <a:buClr>
                <a:schemeClr val="lt1"/>
              </a:buClr>
              <a:buSzPts val="2800"/>
              <a:buNone/>
              <a:defRPr>
                <a:solidFill>
                  <a:schemeClr val="lt1"/>
                </a:solidFill>
              </a:defRPr>
            </a:lvl8pPr>
            <a:lvl9pPr lvl="8" rtl="0" algn="r">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BLANK_1_1_1_1_1_1_3">
    <p:bg>
      <p:bgPr>
        <a:solidFill>
          <a:schemeClr val="dk1"/>
        </a:solidFill>
      </p:bgPr>
    </p:bg>
    <p:spTree>
      <p:nvGrpSpPr>
        <p:cNvPr id="168" name="Shape 168"/>
        <p:cNvGrpSpPr/>
        <p:nvPr/>
      </p:nvGrpSpPr>
      <p:grpSpPr>
        <a:xfrm>
          <a:off x="0" y="0"/>
          <a:ext cx="0" cy="0"/>
          <a:chOff x="0" y="0"/>
          <a:chExt cx="0" cy="0"/>
        </a:xfrm>
      </p:grpSpPr>
      <p:grpSp>
        <p:nvGrpSpPr>
          <p:cNvPr id="169" name="Google Shape;169;p27"/>
          <p:cNvGrpSpPr/>
          <p:nvPr/>
        </p:nvGrpSpPr>
        <p:grpSpPr>
          <a:xfrm>
            <a:off x="713225" y="539500"/>
            <a:ext cx="7717500" cy="4064400"/>
            <a:chOff x="713225" y="539500"/>
            <a:chExt cx="7717500" cy="4064400"/>
          </a:xfrm>
        </p:grpSpPr>
        <p:sp>
          <p:nvSpPr>
            <p:cNvPr id="170" name="Google Shape;170;p27"/>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7"/>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172" name="Google Shape;172;p27"/>
          <p:cNvSpPr txBox="1"/>
          <p:nvPr>
            <p:ph type="title"/>
          </p:nvPr>
        </p:nvSpPr>
        <p:spPr>
          <a:xfrm>
            <a:off x="859050" y="539500"/>
            <a:ext cx="74259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lgn="r">
              <a:spcBef>
                <a:spcPts val="0"/>
              </a:spcBef>
              <a:spcAft>
                <a:spcPts val="0"/>
              </a:spcAft>
              <a:buClr>
                <a:schemeClr val="lt1"/>
              </a:buClr>
              <a:buSzPts val="2800"/>
              <a:buNone/>
              <a:defRPr>
                <a:solidFill>
                  <a:schemeClr val="lt1"/>
                </a:solidFill>
              </a:defRPr>
            </a:lvl2pPr>
            <a:lvl3pPr lvl="2" rtl="0" algn="r">
              <a:spcBef>
                <a:spcPts val="0"/>
              </a:spcBef>
              <a:spcAft>
                <a:spcPts val="0"/>
              </a:spcAft>
              <a:buClr>
                <a:schemeClr val="lt1"/>
              </a:buClr>
              <a:buSzPts val="2800"/>
              <a:buNone/>
              <a:defRPr>
                <a:solidFill>
                  <a:schemeClr val="lt1"/>
                </a:solidFill>
              </a:defRPr>
            </a:lvl3pPr>
            <a:lvl4pPr lvl="3" rtl="0" algn="r">
              <a:spcBef>
                <a:spcPts val="0"/>
              </a:spcBef>
              <a:spcAft>
                <a:spcPts val="0"/>
              </a:spcAft>
              <a:buClr>
                <a:schemeClr val="lt1"/>
              </a:buClr>
              <a:buSzPts val="2800"/>
              <a:buNone/>
              <a:defRPr>
                <a:solidFill>
                  <a:schemeClr val="lt1"/>
                </a:solidFill>
              </a:defRPr>
            </a:lvl4pPr>
            <a:lvl5pPr lvl="4" rtl="0" algn="r">
              <a:spcBef>
                <a:spcPts val="0"/>
              </a:spcBef>
              <a:spcAft>
                <a:spcPts val="0"/>
              </a:spcAft>
              <a:buClr>
                <a:schemeClr val="lt1"/>
              </a:buClr>
              <a:buSzPts val="2800"/>
              <a:buNone/>
              <a:defRPr>
                <a:solidFill>
                  <a:schemeClr val="lt1"/>
                </a:solidFill>
              </a:defRPr>
            </a:lvl5pPr>
            <a:lvl6pPr lvl="5" rtl="0" algn="r">
              <a:spcBef>
                <a:spcPts val="0"/>
              </a:spcBef>
              <a:spcAft>
                <a:spcPts val="0"/>
              </a:spcAft>
              <a:buClr>
                <a:schemeClr val="lt1"/>
              </a:buClr>
              <a:buSzPts val="2800"/>
              <a:buNone/>
              <a:defRPr>
                <a:solidFill>
                  <a:schemeClr val="lt1"/>
                </a:solidFill>
              </a:defRPr>
            </a:lvl6pPr>
            <a:lvl7pPr lvl="6" rtl="0" algn="r">
              <a:spcBef>
                <a:spcPts val="0"/>
              </a:spcBef>
              <a:spcAft>
                <a:spcPts val="0"/>
              </a:spcAft>
              <a:buClr>
                <a:schemeClr val="lt1"/>
              </a:buClr>
              <a:buSzPts val="2800"/>
              <a:buNone/>
              <a:defRPr>
                <a:solidFill>
                  <a:schemeClr val="lt1"/>
                </a:solidFill>
              </a:defRPr>
            </a:lvl7pPr>
            <a:lvl8pPr lvl="7" rtl="0" algn="r">
              <a:spcBef>
                <a:spcPts val="0"/>
              </a:spcBef>
              <a:spcAft>
                <a:spcPts val="0"/>
              </a:spcAft>
              <a:buClr>
                <a:schemeClr val="lt1"/>
              </a:buClr>
              <a:buSzPts val="2800"/>
              <a:buNone/>
              <a:defRPr>
                <a:solidFill>
                  <a:schemeClr val="lt1"/>
                </a:solidFill>
              </a:defRPr>
            </a:lvl8pPr>
            <a:lvl9pPr lvl="8" rtl="0" algn="r">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BLANK_1_1_1_1_1_1_3_1">
    <p:bg>
      <p:bgPr>
        <a:solidFill>
          <a:schemeClr val="dk1"/>
        </a:solidFill>
      </p:bgPr>
    </p:bg>
    <p:spTree>
      <p:nvGrpSpPr>
        <p:cNvPr id="173" name="Shape 173"/>
        <p:cNvGrpSpPr/>
        <p:nvPr/>
      </p:nvGrpSpPr>
      <p:grpSpPr>
        <a:xfrm>
          <a:off x="0" y="0"/>
          <a:ext cx="0" cy="0"/>
          <a:chOff x="0" y="0"/>
          <a:chExt cx="0" cy="0"/>
        </a:xfrm>
      </p:grpSpPr>
      <p:grpSp>
        <p:nvGrpSpPr>
          <p:cNvPr id="174" name="Google Shape;174;p28"/>
          <p:cNvGrpSpPr/>
          <p:nvPr/>
        </p:nvGrpSpPr>
        <p:grpSpPr>
          <a:xfrm>
            <a:off x="713225" y="539500"/>
            <a:ext cx="7717500" cy="4064400"/>
            <a:chOff x="713225" y="539500"/>
            <a:chExt cx="7717500" cy="4064400"/>
          </a:xfrm>
        </p:grpSpPr>
        <p:sp>
          <p:nvSpPr>
            <p:cNvPr id="175" name="Google Shape;175;p28"/>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6" name="Google Shape;176;p28"/>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177" name="Google Shape;177;p28"/>
          <p:cNvSpPr txBox="1"/>
          <p:nvPr>
            <p:ph type="title"/>
          </p:nvPr>
        </p:nvSpPr>
        <p:spPr>
          <a:xfrm>
            <a:off x="859050" y="539500"/>
            <a:ext cx="74259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lgn="r">
              <a:spcBef>
                <a:spcPts val="0"/>
              </a:spcBef>
              <a:spcAft>
                <a:spcPts val="0"/>
              </a:spcAft>
              <a:buClr>
                <a:schemeClr val="lt1"/>
              </a:buClr>
              <a:buSzPts val="2800"/>
              <a:buNone/>
              <a:defRPr>
                <a:solidFill>
                  <a:schemeClr val="lt1"/>
                </a:solidFill>
              </a:defRPr>
            </a:lvl2pPr>
            <a:lvl3pPr lvl="2" rtl="0" algn="r">
              <a:spcBef>
                <a:spcPts val="0"/>
              </a:spcBef>
              <a:spcAft>
                <a:spcPts val="0"/>
              </a:spcAft>
              <a:buClr>
                <a:schemeClr val="lt1"/>
              </a:buClr>
              <a:buSzPts val="2800"/>
              <a:buNone/>
              <a:defRPr>
                <a:solidFill>
                  <a:schemeClr val="lt1"/>
                </a:solidFill>
              </a:defRPr>
            </a:lvl3pPr>
            <a:lvl4pPr lvl="3" rtl="0" algn="r">
              <a:spcBef>
                <a:spcPts val="0"/>
              </a:spcBef>
              <a:spcAft>
                <a:spcPts val="0"/>
              </a:spcAft>
              <a:buClr>
                <a:schemeClr val="lt1"/>
              </a:buClr>
              <a:buSzPts val="2800"/>
              <a:buNone/>
              <a:defRPr>
                <a:solidFill>
                  <a:schemeClr val="lt1"/>
                </a:solidFill>
              </a:defRPr>
            </a:lvl4pPr>
            <a:lvl5pPr lvl="4" rtl="0" algn="r">
              <a:spcBef>
                <a:spcPts val="0"/>
              </a:spcBef>
              <a:spcAft>
                <a:spcPts val="0"/>
              </a:spcAft>
              <a:buClr>
                <a:schemeClr val="lt1"/>
              </a:buClr>
              <a:buSzPts val="2800"/>
              <a:buNone/>
              <a:defRPr>
                <a:solidFill>
                  <a:schemeClr val="lt1"/>
                </a:solidFill>
              </a:defRPr>
            </a:lvl5pPr>
            <a:lvl6pPr lvl="5" rtl="0" algn="r">
              <a:spcBef>
                <a:spcPts val="0"/>
              </a:spcBef>
              <a:spcAft>
                <a:spcPts val="0"/>
              </a:spcAft>
              <a:buClr>
                <a:schemeClr val="lt1"/>
              </a:buClr>
              <a:buSzPts val="2800"/>
              <a:buNone/>
              <a:defRPr>
                <a:solidFill>
                  <a:schemeClr val="lt1"/>
                </a:solidFill>
              </a:defRPr>
            </a:lvl6pPr>
            <a:lvl7pPr lvl="6" rtl="0" algn="r">
              <a:spcBef>
                <a:spcPts val="0"/>
              </a:spcBef>
              <a:spcAft>
                <a:spcPts val="0"/>
              </a:spcAft>
              <a:buClr>
                <a:schemeClr val="lt1"/>
              </a:buClr>
              <a:buSzPts val="2800"/>
              <a:buNone/>
              <a:defRPr>
                <a:solidFill>
                  <a:schemeClr val="lt1"/>
                </a:solidFill>
              </a:defRPr>
            </a:lvl7pPr>
            <a:lvl8pPr lvl="7" rtl="0" algn="r">
              <a:spcBef>
                <a:spcPts val="0"/>
              </a:spcBef>
              <a:spcAft>
                <a:spcPts val="0"/>
              </a:spcAft>
              <a:buClr>
                <a:schemeClr val="lt1"/>
              </a:buClr>
              <a:buSzPts val="2800"/>
              <a:buNone/>
              <a:defRPr>
                <a:solidFill>
                  <a:schemeClr val="lt1"/>
                </a:solidFill>
              </a:defRPr>
            </a:lvl8pPr>
            <a:lvl9pPr lvl="8" rtl="0" algn="r">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20">
    <p:bg>
      <p:bgPr>
        <a:solidFill>
          <a:schemeClr val="dk1"/>
        </a:solidFill>
      </p:bgPr>
    </p:bg>
    <p:spTree>
      <p:nvGrpSpPr>
        <p:cNvPr id="178" name="Shape 178"/>
        <p:cNvGrpSpPr/>
        <p:nvPr/>
      </p:nvGrpSpPr>
      <p:grpSpPr>
        <a:xfrm>
          <a:off x="0" y="0"/>
          <a:ext cx="0" cy="0"/>
          <a:chOff x="0" y="0"/>
          <a:chExt cx="0" cy="0"/>
        </a:xfrm>
      </p:grpSpPr>
      <p:sp>
        <p:nvSpPr>
          <p:cNvPr id="179" name="Google Shape;179;p29"/>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9"/>
          <p:cNvSpPr txBox="1"/>
          <p:nvPr>
            <p:ph type="title"/>
          </p:nvPr>
        </p:nvSpPr>
        <p:spPr>
          <a:xfrm>
            <a:off x="1369300" y="1357875"/>
            <a:ext cx="5620200" cy="21396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7200"/>
              <a:buNone/>
              <a:defRPr sz="72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1_1_1_1_1_1_2">
    <p:bg>
      <p:bgPr>
        <a:solidFill>
          <a:schemeClr val="dk1"/>
        </a:solidFill>
      </p:bgPr>
    </p:bg>
    <p:spTree>
      <p:nvGrpSpPr>
        <p:cNvPr id="181" name="Shape 181"/>
        <p:cNvGrpSpPr/>
        <p:nvPr/>
      </p:nvGrpSpPr>
      <p:grpSpPr>
        <a:xfrm>
          <a:off x="0" y="0"/>
          <a:ext cx="0" cy="0"/>
          <a:chOff x="0" y="0"/>
          <a:chExt cx="0" cy="0"/>
        </a:xfrm>
      </p:grpSpPr>
      <p:sp>
        <p:nvSpPr>
          <p:cNvPr id="182" name="Google Shape;182;p30"/>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0"/>
          <p:cNvSpPr txBox="1"/>
          <p:nvPr>
            <p:ph type="title"/>
          </p:nvPr>
        </p:nvSpPr>
        <p:spPr>
          <a:xfrm>
            <a:off x="1263200" y="1298488"/>
            <a:ext cx="2732700" cy="1096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184" name="Google Shape;184;p30"/>
          <p:cNvSpPr txBox="1"/>
          <p:nvPr>
            <p:ph idx="1" type="subTitle"/>
          </p:nvPr>
        </p:nvSpPr>
        <p:spPr>
          <a:xfrm>
            <a:off x="1263200" y="2394813"/>
            <a:ext cx="2732700" cy="1541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1_1_1_2_1">
    <p:bg>
      <p:bgPr>
        <a:solidFill>
          <a:schemeClr val="dk1"/>
        </a:solidFill>
      </p:bgPr>
    </p:bg>
    <p:spTree>
      <p:nvGrpSpPr>
        <p:cNvPr id="185" name="Shape 185"/>
        <p:cNvGrpSpPr/>
        <p:nvPr/>
      </p:nvGrpSpPr>
      <p:grpSpPr>
        <a:xfrm>
          <a:off x="0" y="0"/>
          <a:ext cx="0" cy="0"/>
          <a:chOff x="0" y="0"/>
          <a:chExt cx="0" cy="0"/>
        </a:xfrm>
      </p:grpSpPr>
      <p:sp>
        <p:nvSpPr>
          <p:cNvPr id="186" name="Google Shape;186;p31"/>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1"/>
          <p:cNvSpPr txBox="1"/>
          <p:nvPr>
            <p:ph type="title"/>
          </p:nvPr>
        </p:nvSpPr>
        <p:spPr>
          <a:xfrm>
            <a:off x="948875" y="1767400"/>
            <a:ext cx="2518200" cy="507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188" name="Google Shape;188;p31"/>
          <p:cNvSpPr txBox="1"/>
          <p:nvPr>
            <p:ph idx="1" type="subTitle"/>
          </p:nvPr>
        </p:nvSpPr>
        <p:spPr>
          <a:xfrm>
            <a:off x="948875" y="2274200"/>
            <a:ext cx="2518200" cy="123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_1_1_1_1_1_2_1_1_1">
    <p:bg>
      <p:bgPr>
        <a:solidFill>
          <a:schemeClr val="dk1"/>
        </a:solidFill>
      </p:bgPr>
    </p:bg>
    <p:spTree>
      <p:nvGrpSpPr>
        <p:cNvPr id="189" name="Shape 189"/>
        <p:cNvGrpSpPr/>
        <p:nvPr/>
      </p:nvGrpSpPr>
      <p:grpSpPr>
        <a:xfrm>
          <a:off x="0" y="0"/>
          <a:ext cx="0" cy="0"/>
          <a:chOff x="0" y="0"/>
          <a:chExt cx="0" cy="0"/>
        </a:xfrm>
      </p:grpSpPr>
      <p:grpSp>
        <p:nvGrpSpPr>
          <p:cNvPr id="190" name="Google Shape;190;p32"/>
          <p:cNvGrpSpPr/>
          <p:nvPr/>
        </p:nvGrpSpPr>
        <p:grpSpPr>
          <a:xfrm>
            <a:off x="713225" y="539500"/>
            <a:ext cx="7717500" cy="4064400"/>
            <a:chOff x="713225" y="539500"/>
            <a:chExt cx="7717500" cy="4064400"/>
          </a:xfrm>
        </p:grpSpPr>
        <p:sp>
          <p:nvSpPr>
            <p:cNvPr id="191" name="Google Shape;191;p32"/>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 name="Google Shape;192;p32"/>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193" name="Google Shape;193;p32"/>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94" name="Google Shape;194;p32"/>
          <p:cNvSpPr txBox="1"/>
          <p:nvPr>
            <p:ph idx="1" type="subTitle"/>
          </p:nvPr>
        </p:nvSpPr>
        <p:spPr>
          <a:xfrm>
            <a:off x="862402" y="2181950"/>
            <a:ext cx="7477800" cy="38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195" name="Google Shape;195;p32"/>
          <p:cNvSpPr txBox="1"/>
          <p:nvPr>
            <p:ph idx="2" type="subTitle"/>
          </p:nvPr>
        </p:nvSpPr>
        <p:spPr>
          <a:xfrm>
            <a:off x="853775" y="2571350"/>
            <a:ext cx="7477800" cy="193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u="sng">
                <a:solidFill>
                  <a:schemeClr val="lt1"/>
                </a:solidFill>
              </a:defRPr>
            </a:lvl1pPr>
            <a:lvl2pPr lvl="1" rtl="0">
              <a:lnSpc>
                <a:spcPct val="100000"/>
              </a:lnSpc>
              <a:spcBef>
                <a:spcPts val="0"/>
              </a:spcBef>
              <a:spcAft>
                <a:spcPts val="0"/>
              </a:spcAft>
              <a:buClr>
                <a:schemeClr val="lt1"/>
              </a:buClr>
              <a:buSzPts val="1400"/>
              <a:buChar char="○"/>
              <a:defRPr>
                <a:solidFill>
                  <a:schemeClr val="lt1"/>
                </a:solidFill>
              </a:defRPr>
            </a:lvl2pPr>
            <a:lvl3pPr lvl="2" rtl="0">
              <a:lnSpc>
                <a:spcPct val="100000"/>
              </a:lnSpc>
              <a:spcBef>
                <a:spcPts val="0"/>
              </a:spcBef>
              <a:spcAft>
                <a:spcPts val="0"/>
              </a:spcAft>
              <a:buClr>
                <a:schemeClr val="lt1"/>
              </a:buClr>
              <a:buSzPts val="1400"/>
              <a:buChar char="■"/>
              <a:defRPr>
                <a:solidFill>
                  <a:schemeClr val="lt1"/>
                </a:solidFill>
              </a:defRPr>
            </a:lvl3pPr>
            <a:lvl4pPr lvl="3" rtl="0">
              <a:lnSpc>
                <a:spcPct val="100000"/>
              </a:lnSpc>
              <a:spcBef>
                <a:spcPts val="0"/>
              </a:spcBef>
              <a:spcAft>
                <a:spcPts val="0"/>
              </a:spcAft>
              <a:buClr>
                <a:schemeClr val="lt1"/>
              </a:buClr>
              <a:buSzPts val="1400"/>
              <a:buChar char="●"/>
              <a:defRPr>
                <a:solidFill>
                  <a:schemeClr val="lt1"/>
                </a:solidFill>
              </a:defRPr>
            </a:lvl4pPr>
            <a:lvl5pPr lvl="4" rtl="0">
              <a:lnSpc>
                <a:spcPct val="100000"/>
              </a:lnSpc>
              <a:spcBef>
                <a:spcPts val="0"/>
              </a:spcBef>
              <a:spcAft>
                <a:spcPts val="0"/>
              </a:spcAft>
              <a:buClr>
                <a:schemeClr val="lt1"/>
              </a:buClr>
              <a:buSzPts val="1400"/>
              <a:buChar char="○"/>
              <a:defRPr>
                <a:solidFill>
                  <a:schemeClr val="lt1"/>
                </a:solidFill>
              </a:defRPr>
            </a:lvl5pPr>
            <a:lvl6pPr lvl="5" rtl="0">
              <a:lnSpc>
                <a:spcPct val="100000"/>
              </a:lnSpc>
              <a:spcBef>
                <a:spcPts val="0"/>
              </a:spcBef>
              <a:spcAft>
                <a:spcPts val="0"/>
              </a:spcAft>
              <a:buClr>
                <a:schemeClr val="lt1"/>
              </a:buClr>
              <a:buSzPts val="1400"/>
              <a:buChar char="■"/>
              <a:defRPr>
                <a:solidFill>
                  <a:schemeClr val="lt1"/>
                </a:solidFill>
              </a:defRPr>
            </a:lvl6pPr>
            <a:lvl7pPr lvl="6" rtl="0">
              <a:lnSpc>
                <a:spcPct val="100000"/>
              </a:lnSpc>
              <a:spcBef>
                <a:spcPts val="0"/>
              </a:spcBef>
              <a:spcAft>
                <a:spcPts val="0"/>
              </a:spcAft>
              <a:buClr>
                <a:schemeClr val="lt1"/>
              </a:buClr>
              <a:buSzPts val="1400"/>
              <a:buChar char="●"/>
              <a:defRPr>
                <a:solidFill>
                  <a:schemeClr val="lt1"/>
                </a:solidFill>
              </a:defRPr>
            </a:lvl7pPr>
            <a:lvl8pPr lvl="7" rtl="0">
              <a:lnSpc>
                <a:spcPct val="100000"/>
              </a:lnSpc>
              <a:spcBef>
                <a:spcPts val="0"/>
              </a:spcBef>
              <a:spcAft>
                <a:spcPts val="0"/>
              </a:spcAft>
              <a:buClr>
                <a:schemeClr val="lt1"/>
              </a:buClr>
              <a:buSzPts val="1400"/>
              <a:buChar char="○"/>
              <a:defRPr>
                <a:solidFill>
                  <a:schemeClr val="lt1"/>
                </a:solidFill>
              </a:defRPr>
            </a:lvl8pPr>
            <a:lvl9pPr lvl="8" rtl="0">
              <a:lnSpc>
                <a:spcPct val="100000"/>
              </a:lnSpc>
              <a:spcBef>
                <a:spcPts val="0"/>
              </a:spcBef>
              <a:spcAft>
                <a:spcPts val="0"/>
              </a:spcAft>
              <a:buClr>
                <a:schemeClr val="lt1"/>
              </a:buClr>
              <a:buSzPts val="1400"/>
              <a:buChar char="■"/>
              <a:defRPr>
                <a:solidFill>
                  <a:schemeClr val="lt1"/>
                </a:solidFill>
              </a:defRPr>
            </a:lvl9pPr>
          </a:lstStyle>
          <a:p/>
        </p:txBody>
      </p:sp>
      <p:sp>
        <p:nvSpPr>
          <p:cNvPr id="196" name="Google Shape;196;p32"/>
          <p:cNvSpPr txBox="1"/>
          <p:nvPr>
            <p:ph idx="3" type="subTitle"/>
          </p:nvPr>
        </p:nvSpPr>
        <p:spPr>
          <a:xfrm>
            <a:off x="821225" y="1404325"/>
            <a:ext cx="76095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9">
    <p:bg>
      <p:bgPr>
        <a:solidFill>
          <a:schemeClr val="dk1"/>
        </a:solidFill>
      </p:bgPr>
    </p:bg>
    <p:spTree>
      <p:nvGrpSpPr>
        <p:cNvPr id="197" name="Shape 197"/>
        <p:cNvGrpSpPr/>
        <p:nvPr/>
      </p:nvGrpSpPr>
      <p:grpSpPr>
        <a:xfrm>
          <a:off x="0" y="0"/>
          <a:ext cx="0" cy="0"/>
          <a:chOff x="0" y="0"/>
          <a:chExt cx="0" cy="0"/>
        </a:xfrm>
      </p:grpSpPr>
      <p:sp>
        <p:nvSpPr>
          <p:cNvPr id="198" name="Google Shape;198;p33"/>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3"/>
          <p:cNvSpPr txBox="1"/>
          <p:nvPr>
            <p:ph type="title"/>
          </p:nvPr>
        </p:nvSpPr>
        <p:spPr>
          <a:xfrm>
            <a:off x="4762538" y="1024043"/>
            <a:ext cx="3159900" cy="20289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200" name="Google Shape;200;p33"/>
          <p:cNvSpPr txBox="1"/>
          <p:nvPr>
            <p:ph idx="1" type="subTitle"/>
          </p:nvPr>
        </p:nvSpPr>
        <p:spPr>
          <a:xfrm>
            <a:off x="1263200" y="3761225"/>
            <a:ext cx="6531300" cy="583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3">
    <p:bg>
      <p:bgPr>
        <a:solidFill>
          <a:schemeClr val="dk1"/>
        </a:solidFill>
      </p:bgPr>
    </p:bg>
    <p:spTree>
      <p:nvGrpSpPr>
        <p:cNvPr id="201" name="Shape 201"/>
        <p:cNvGrpSpPr/>
        <p:nvPr/>
      </p:nvGrpSpPr>
      <p:grpSpPr>
        <a:xfrm>
          <a:off x="0" y="0"/>
          <a:ext cx="0" cy="0"/>
          <a:chOff x="0" y="0"/>
          <a:chExt cx="0" cy="0"/>
        </a:xfrm>
      </p:grpSpPr>
      <p:sp>
        <p:nvSpPr>
          <p:cNvPr id="202" name="Google Shape;202;p34"/>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4"/>
          <p:cNvSpPr txBox="1"/>
          <p:nvPr>
            <p:ph type="title"/>
          </p:nvPr>
        </p:nvSpPr>
        <p:spPr>
          <a:xfrm>
            <a:off x="954338" y="1773175"/>
            <a:ext cx="2518200" cy="507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204" name="Google Shape;204;p34"/>
          <p:cNvSpPr txBox="1"/>
          <p:nvPr>
            <p:ph idx="1" type="subTitle"/>
          </p:nvPr>
        </p:nvSpPr>
        <p:spPr>
          <a:xfrm>
            <a:off x="954338" y="2279975"/>
            <a:ext cx="2518200" cy="123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6">
    <p:bg>
      <p:bgPr>
        <a:solidFill>
          <a:schemeClr val="dk1"/>
        </a:solidFill>
      </p:bgPr>
    </p:bg>
    <p:spTree>
      <p:nvGrpSpPr>
        <p:cNvPr id="205" name="Shape 205"/>
        <p:cNvGrpSpPr/>
        <p:nvPr/>
      </p:nvGrpSpPr>
      <p:grpSpPr>
        <a:xfrm>
          <a:off x="0" y="0"/>
          <a:ext cx="0" cy="0"/>
          <a:chOff x="0" y="0"/>
          <a:chExt cx="0" cy="0"/>
        </a:xfrm>
      </p:grpSpPr>
      <p:grpSp>
        <p:nvGrpSpPr>
          <p:cNvPr id="206" name="Google Shape;206;p35"/>
          <p:cNvGrpSpPr/>
          <p:nvPr/>
        </p:nvGrpSpPr>
        <p:grpSpPr>
          <a:xfrm>
            <a:off x="713225" y="539500"/>
            <a:ext cx="7717500" cy="4064400"/>
            <a:chOff x="713225" y="539500"/>
            <a:chExt cx="7717500" cy="4064400"/>
          </a:xfrm>
        </p:grpSpPr>
        <p:sp>
          <p:nvSpPr>
            <p:cNvPr id="207" name="Google Shape;207;p35"/>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 name="Google Shape;208;p35"/>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09" name="Google Shape;209;p35"/>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10" name="Google Shape;210;p35"/>
          <p:cNvSpPr txBox="1"/>
          <p:nvPr>
            <p:ph idx="1" type="subTitle"/>
          </p:nvPr>
        </p:nvSpPr>
        <p:spPr>
          <a:xfrm>
            <a:off x="4615325" y="2181950"/>
            <a:ext cx="3599100" cy="38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211" name="Google Shape;211;p35"/>
          <p:cNvSpPr txBox="1"/>
          <p:nvPr>
            <p:ph idx="2" type="subTitle"/>
          </p:nvPr>
        </p:nvSpPr>
        <p:spPr>
          <a:xfrm>
            <a:off x="853775" y="2181950"/>
            <a:ext cx="3599100" cy="38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212" name="Google Shape;212;p35"/>
          <p:cNvSpPr txBox="1"/>
          <p:nvPr>
            <p:ph idx="3" type="subTitle"/>
          </p:nvPr>
        </p:nvSpPr>
        <p:spPr>
          <a:xfrm>
            <a:off x="853775" y="2571192"/>
            <a:ext cx="3599100" cy="154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u="sng">
                <a:solidFill>
                  <a:schemeClr val="lt1"/>
                </a:solidFill>
              </a:defRPr>
            </a:lvl1pPr>
            <a:lvl2pPr lvl="1" rtl="0">
              <a:lnSpc>
                <a:spcPct val="100000"/>
              </a:lnSpc>
              <a:spcBef>
                <a:spcPts val="0"/>
              </a:spcBef>
              <a:spcAft>
                <a:spcPts val="0"/>
              </a:spcAft>
              <a:buClr>
                <a:schemeClr val="lt1"/>
              </a:buClr>
              <a:buSzPts val="1400"/>
              <a:buChar char="○"/>
              <a:defRPr>
                <a:solidFill>
                  <a:schemeClr val="lt1"/>
                </a:solidFill>
              </a:defRPr>
            </a:lvl2pPr>
            <a:lvl3pPr lvl="2" rtl="0">
              <a:lnSpc>
                <a:spcPct val="100000"/>
              </a:lnSpc>
              <a:spcBef>
                <a:spcPts val="0"/>
              </a:spcBef>
              <a:spcAft>
                <a:spcPts val="0"/>
              </a:spcAft>
              <a:buClr>
                <a:schemeClr val="lt1"/>
              </a:buClr>
              <a:buSzPts val="1400"/>
              <a:buChar char="■"/>
              <a:defRPr>
                <a:solidFill>
                  <a:schemeClr val="lt1"/>
                </a:solidFill>
              </a:defRPr>
            </a:lvl3pPr>
            <a:lvl4pPr lvl="3" rtl="0">
              <a:lnSpc>
                <a:spcPct val="100000"/>
              </a:lnSpc>
              <a:spcBef>
                <a:spcPts val="0"/>
              </a:spcBef>
              <a:spcAft>
                <a:spcPts val="0"/>
              </a:spcAft>
              <a:buClr>
                <a:schemeClr val="lt1"/>
              </a:buClr>
              <a:buSzPts val="1400"/>
              <a:buChar char="●"/>
              <a:defRPr>
                <a:solidFill>
                  <a:schemeClr val="lt1"/>
                </a:solidFill>
              </a:defRPr>
            </a:lvl4pPr>
            <a:lvl5pPr lvl="4" rtl="0">
              <a:lnSpc>
                <a:spcPct val="100000"/>
              </a:lnSpc>
              <a:spcBef>
                <a:spcPts val="0"/>
              </a:spcBef>
              <a:spcAft>
                <a:spcPts val="0"/>
              </a:spcAft>
              <a:buClr>
                <a:schemeClr val="lt1"/>
              </a:buClr>
              <a:buSzPts val="1400"/>
              <a:buChar char="○"/>
              <a:defRPr>
                <a:solidFill>
                  <a:schemeClr val="lt1"/>
                </a:solidFill>
              </a:defRPr>
            </a:lvl5pPr>
            <a:lvl6pPr lvl="5" rtl="0">
              <a:lnSpc>
                <a:spcPct val="100000"/>
              </a:lnSpc>
              <a:spcBef>
                <a:spcPts val="0"/>
              </a:spcBef>
              <a:spcAft>
                <a:spcPts val="0"/>
              </a:spcAft>
              <a:buClr>
                <a:schemeClr val="lt1"/>
              </a:buClr>
              <a:buSzPts val="1400"/>
              <a:buChar char="■"/>
              <a:defRPr>
                <a:solidFill>
                  <a:schemeClr val="lt1"/>
                </a:solidFill>
              </a:defRPr>
            </a:lvl6pPr>
            <a:lvl7pPr lvl="6" rtl="0">
              <a:lnSpc>
                <a:spcPct val="100000"/>
              </a:lnSpc>
              <a:spcBef>
                <a:spcPts val="0"/>
              </a:spcBef>
              <a:spcAft>
                <a:spcPts val="0"/>
              </a:spcAft>
              <a:buClr>
                <a:schemeClr val="lt1"/>
              </a:buClr>
              <a:buSzPts val="1400"/>
              <a:buChar char="●"/>
              <a:defRPr>
                <a:solidFill>
                  <a:schemeClr val="lt1"/>
                </a:solidFill>
              </a:defRPr>
            </a:lvl7pPr>
            <a:lvl8pPr lvl="7" rtl="0">
              <a:lnSpc>
                <a:spcPct val="100000"/>
              </a:lnSpc>
              <a:spcBef>
                <a:spcPts val="0"/>
              </a:spcBef>
              <a:spcAft>
                <a:spcPts val="0"/>
              </a:spcAft>
              <a:buClr>
                <a:schemeClr val="lt1"/>
              </a:buClr>
              <a:buSzPts val="1400"/>
              <a:buChar char="○"/>
              <a:defRPr>
                <a:solidFill>
                  <a:schemeClr val="lt1"/>
                </a:solidFill>
              </a:defRPr>
            </a:lvl8pPr>
            <a:lvl9pPr lvl="8" rtl="0">
              <a:lnSpc>
                <a:spcPct val="100000"/>
              </a:lnSpc>
              <a:spcBef>
                <a:spcPts val="0"/>
              </a:spcBef>
              <a:spcAft>
                <a:spcPts val="0"/>
              </a:spcAft>
              <a:buClr>
                <a:schemeClr val="lt1"/>
              </a:buClr>
              <a:buSzPts val="1400"/>
              <a:buChar char="■"/>
              <a:defRPr>
                <a:solidFill>
                  <a:schemeClr val="lt1"/>
                </a:solidFill>
              </a:defRPr>
            </a:lvl9pPr>
          </a:lstStyle>
          <a:p/>
        </p:txBody>
      </p:sp>
      <p:sp>
        <p:nvSpPr>
          <p:cNvPr id="213" name="Google Shape;213;p35"/>
          <p:cNvSpPr txBox="1"/>
          <p:nvPr>
            <p:ph idx="4" type="subTitle"/>
          </p:nvPr>
        </p:nvSpPr>
        <p:spPr>
          <a:xfrm>
            <a:off x="799625" y="1404325"/>
            <a:ext cx="75231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214" name="Google Shape;214;p35"/>
          <p:cNvSpPr txBox="1"/>
          <p:nvPr>
            <p:ph idx="5" type="subTitle"/>
          </p:nvPr>
        </p:nvSpPr>
        <p:spPr>
          <a:xfrm>
            <a:off x="4615325" y="2570500"/>
            <a:ext cx="3599100" cy="154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u="sng">
                <a:solidFill>
                  <a:schemeClr val="lt1"/>
                </a:solidFill>
              </a:defRPr>
            </a:lvl1pPr>
            <a:lvl2pPr lvl="1" rtl="0">
              <a:lnSpc>
                <a:spcPct val="100000"/>
              </a:lnSpc>
              <a:spcBef>
                <a:spcPts val="0"/>
              </a:spcBef>
              <a:spcAft>
                <a:spcPts val="0"/>
              </a:spcAft>
              <a:buClr>
                <a:schemeClr val="lt1"/>
              </a:buClr>
              <a:buSzPts val="1400"/>
              <a:buChar char="○"/>
              <a:defRPr>
                <a:solidFill>
                  <a:schemeClr val="lt1"/>
                </a:solidFill>
              </a:defRPr>
            </a:lvl2pPr>
            <a:lvl3pPr lvl="2" rtl="0">
              <a:lnSpc>
                <a:spcPct val="100000"/>
              </a:lnSpc>
              <a:spcBef>
                <a:spcPts val="0"/>
              </a:spcBef>
              <a:spcAft>
                <a:spcPts val="0"/>
              </a:spcAft>
              <a:buClr>
                <a:schemeClr val="lt1"/>
              </a:buClr>
              <a:buSzPts val="1400"/>
              <a:buChar char="■"/>
              <a:defRPr>
                <a:solidFill>
                  <a:schemeClr val="lt1"/>
                </a:solidFill>
              </a:defRPr>
            </a:lvl3pPr>
            <a:lvl4pPr lvl="3" rtl="0">
              <a:lnSpc>
                <a:spcPct val="100000"/>
              </a:lnSpc>
              <a:spcBef>
                <a:spcPts val="0"/>
              </a:spcBef>
              <a:spcAft>
                <a:spcPts val="0"/>
              </a:spcAft>
              <a:buClr>
                <a:schemeClr val="lt1"/>
              </a:buClr>
              <a:buSzPts val="1400"/>
              <a:buChar char="●"/>
              <a:defRPr>
                <a:solidFill>
                  <a:schemeClr val="lt1"/>
                </a:solidFill>
              </a:defRPr>
            </a:lvl4pPr>
            <a:lvl5pPr lvl="4" rtl="0">
              <a:lnSpc>
                <a:spcPct val="100000"/>
              </a:lnSpc>
              <a:spcBef>
                <a:spcPts val="0"/>
              </a:spcBef>
              <a:spcAft>
                <a:spcPts val="0"/>
              </a:spcAft>
              <a:buClr>
                <a:schemeClr val="lt1"/>
              </a:buClr>
              <a:buSzPts val="1400"/>
              <a:buChar char="○"/>
              <a:defRPr>
                <a:solidFill>
                  <a:schemeClr val="lt1"/>
                </a:solidFill>
              </a:defRPr>
            </a:lvl5pPr>
            <a:lvl6pPr lvl="5" rtl="0">
              <a:lnSpc>
                <a:spcPct val="100000"/>
              </a:lnSpc>
              <a:spcBef>
                <a:spcPts val="0"/>
              </a:spcBef>
              <a:spcAft>
                <a:spcPts val="0"/>
              </a:spcAft>
              <a:buClr>
                <a:schemeClr val="lt1"/>
              </a:buClr>
              <a:buSzPts val="1400"/>
              <a:buChar char="■"/>
              <a:defRPr>
                <a:solidFill>
                  <a:schemeClr val="lt1"/>
                </a:solidFill>
              </a:defRPr>
            </a:lvl6pPr>
            <a:lvl7pPr lvl="6" rtl="0">
              <a:lnSpc>
                <a:spcPct val="100000"/>
              </a:lnSpc>
              <a:spcBef>
                <a:spcPts val="0"/>
              </a:spcBef>
              <a:spcAft>
                <a:spcPts val="0"/>
              </a:spcAft>
              <a:buClr>
                <a:schemeClr val="lt1"/>
              </a:buClr>
              <a:buSzPts val="1400"/>
              <a:buChar char="●"/>
              <a:defRPr>
                <a:solidFill>
                  <a:schemeClr val="lt1"/>
                </a:solidFill>
              </a:defRPr>
            </a:lvl7pPr>
            <a:lvl8pPr lvl="7" rtl="0">
              <a:lnSpc>
                <a:spcPct val="100000"/>
              </a:lnSpc>
              <a:spcBef>
                <a:spcPts val="0"/>
              </a:spcBef>
              <a:spcAft>
                <a:spcPts val="0"/>
              </a:spcAft>
              <a:buClr>
                <a:schemeClr val="lt1"/>
              </a:buClr>
              <a:buSzPts val="1400"/>
              <a:buChar char="○"/>
              <a:defRPr>
                <a:solidFill>
                  <a:schemeClr val="lt1"/>
                </a:solidFill>
              </a:defRPr>
            </a:lvl8pPr>
            <a:lvl9pPr lvl="8" rtl="0">
              <a:lnSpc>
                <a:spcPct val="100000"/>
              </a:lnSpc>
              <a:spcBef>
                <a:spcPts val="0"/>
              </a:spcBef>
              <a:spcAft>
                <a:spcPts val="0"/>
              </a:spcAft>
              <a:buClr>
                <a:schemeClr val="lt1"/>
              </a:buClr>
              <a:buSzPts val="1400"/>
              <a:buChar char="■"/>
              <a:defRPr>
                <a:solidFill>
                  <a:schemeClr val="l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_1_1_1_1_1_1">
    <p:bg>
      <p:bgPr>
        <a:solidFill>
          <a:schemeClr val="dk1"/>
        </a:solidFill>
      </p:bgPr>
    </p:bg>
    <p:spTree>
      <p:nvGrpSpPr>
        <p:cNvPr id="215" name="Shape 215"/>
        <p:cNvGrpSpPr/>
        <p:nvPr/>
      </p:nvGrpSpPr>
      <p:grpSpPr>
        <a:xfrm>
          <a:off x="0" y="0"/>
          <a:ext cx="0" cy="0"/>
          <a:chOff x="0" y="0"/>
          <a:chExt cx="0" cy="0"/>
        </a:xfrm>
      </p:grpSpPr>
      <p:grpSp>
        <p:nvGrpSpPr>
          <p:cNvPr id="216" name="Google Shape;216;p36"/>
          <p:cNvGrpSpPr/>
          <p:nvPr/>
        </p:nvGrpSpPr>
        <p:grpSpPr>
          <a:xfrm>
            <a:off x="713225" y="539500"/>
            <a:ext cx="7717500" cy="4064400"/>
            <a:chOff x="713225" y="539500"/>
            <a:chExt cx="7717500" cy="4064400"/>
          </a:xfrm>
        </p:grpSpPr>
        <p:sp>
          <p:nvSpPr>
            <p:cNvPr id="217" name="Google Shape;217;p36"/>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 name="Google Shape;218;p36"/>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19" name="Google Shape;219;p36"/>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20" name="Google Shape;220;p36"/>
          <p:cNvSpPr txBox="1"/>
          <p:nvPr>
            <p:ph idx="1" type="subTitle"/>
          </p:nvPr>
        </p:nvSpPr>
        <p:spPr>
          <a:xfrm>
            <a:off x="1422663" y="3527586"/>
            <a:ext cx="2384700" cy="80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21" name="Google Shape;221;p36"/>
          <p:cNvSpPr txBox="1"/>
          <p:nvPr>
            <p:ph idx="2" type="subTitle"/>
          </p:nvPr>
        </p:nvSpPr>
        <p:spPr>
          <a:xfrm>
            <a:off x="1422663" y="3098062"/>
            <a:ext cx="23847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2" name="Google Shape;222;p36"/>
          <p:cNvSpPr txBox="1"/>
          <p:nvPr>
            <p:ph idx="3" type="subTitle"/>
          </p:nvPr>
        </p:nvSpPr>
        <p:spPr>
          <a:xfrm>
            <a:off x="5336638" y="3527925"/>
            <a:ext cx="2384700" cy="80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23" name="Google Shape;223;p36"/>
          <p:cNvSpPr txBox="1"/>
          <p:nvPr>
            <p:ph idx="4" type="subTitle"/>
          </p:nvPr>
        </p:nvSpPr>
        <p:spPr>
          <a:xfrm>
            <a:off x="5336638" y="3098050"/>
            <a:ext cx="23847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8">
    <p:bg>
      <p:bgPr>
        <a:solidFill>
          <a:schemeClr val="dk1"/>
        </a:solidFill>
      </p:bgPr>
    </p:bg>
    <p:spTree>
      <p:nvGrpSpPr>
        <p:cNvPr id="224" name="Shape 224"/>
        <p:cNvGrpSpPr/>
        <p:nvPr/>
      </p:nvGrpSpPr>
      <p:grpSpPr>
        <a:xfrm>
          <a:off x="0" y="0"/>
          <a:ext cx="0" cy="0"/>
          <a:chOff x="0" y="0"/>
          <a:chExt cx="0" cy="0"/>
        </a:xfrm>
      </p:grpSpPr>
      <p:grpSp>
        <p:nvGrpSpPr>
          <p:cNvPr id="225" name="Google Shape;225;p37"/>
          <p:cNvGrpSpPr/>
          <p:nvPr/>
        </p:nvGrpSpPr>
        <p:grpSpPr>
          <a:xfrm>
            <a:off x="713225" y="539500"/>
            <a:ext cx="7717500" cy="4064400"/>
            <a:chOff x="713225" y="539500"/>
            <a:chExt cx="7717500" cy="4064400"/>
          </a:xfrm>
        </p:grpSpPr>
        <p:sp>
          <p:nvSpPr>
            <p:cNvPr id="226" name="Google Shape;226;p37"/>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7" name="Google Shape;227;p37"/>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28" name="Google Shape;228;p37"/>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29" name="Google Shape;229;p37"/>
          <p:cNvSpPr txBox="1"/>
          <p:nvPr>
            <p:ph idx="1" type="subTitle"/>
          </p:nvPr>
        </p:nvSpPr>
        <p:spPr>
          <a:xfrm>
            <a:off x="2965993" y="1780597"/>
            <a:ext cx="3506400" cy="80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30" name="Google Shape;230;p37"/>
          <p:cNvSpPr txBox="1"/>
          <p:nvPr>
            <p:ph idx="2" type="subTitle"/>
          </p:nvPr>
        </p:nvSpPr>
        <p:spPr>
          <a:xfrm>
            <a:off x="2965993" y="1351073"/>
            <a:ext cx="3506400" cy="43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1" name="Google Shape;231;p37"/>
          <p:cNvSpPr txBox="1"/>
          <p:nvPr>
            <p:ph idx="3" type="subTitle"/>
          </p:nvPr>
        </p:nvSpPr>
        <p:spPr>
          <a:xfrm>
            <a:off x="2280193" y="3541819"/>
            <a:ext cx="3506400" cy="809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32" name="Google Shape;232;p37"/>
          <p:cNvSpPr txBox="1"/>
          <p:nvPr>
            <p:ph idx="4" type="subTitle"/>
          </p:nvPr>
        </p:nvSpPr>
        <p:spPr>
          <a:xfrm>
            <a:off x="2280193" y="3111944"/>
            <a:ext cx="3506400" cy="431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2">
    <p:bg>
      <p:bgPr>
        <a:solidFill>
          <a:schemeClr val="dk1"/>
        </a:solidFill>
      </p:bgPr>
    </p:bg>
    <p:spTree>
      <p:nvGrpSpPr>
        <p:cNvPr id="233" name="Shape 233"/>
        <p:cNvGrpSpPr/>
        <p:nvPr/>
      </p:nvGrpSpPr>
      <p:grpSpPr>
        <a:xfrm>
          <a:off x="0" y="0"/>
          <a:ext cx="0" cy="0"/>
          <a:chOff x="0" y="0"/>
          <a:chExt cx="0" cy="0"/>
        </a:xfrm>
      </p:grpSpPr>
      <p:grpSp>
        <p:nvGrpSpPr>
          <p:cNvPr id="234" name="Google Shape;234;p38"/>
          <p:cNvGrpSpPr/>
          <p:nvPr/>
        </p:nvGrpSpPr>
        <p:grpSpPr>
          <a:xfrm>
            <a:off x="713225" y="539500"/>
            <a:ext cx="7717500" cy="4064400"/>
            <a:chOff x="713225" y="539500"/>
            <a:chExt cx="7717500" cy="4064400"/>
          </a:xfrm>
        </p:grpSpPr>
        <p:sp>
          <p:nvSpPr>
            <p:cNvPr id="235" name="Google Shape;235;p38"/>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6" name="Google Shape;236;p38"/>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37" name="Google Shape;237;p38"/>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38" name="Google Shape;238;p38"/>
          <p:cNvSpPr txBox="1"/>
          <p:nvPr>
            <p:ph idx="1" type="subTitle"/>
          </p:nvPr>
        </p:nvSpPr>
        <p:spPr>
          <a:xfrm>
            <a:off x="1041662" y="2850162"/>
            <a:ext cx="1664400" cy="80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39" name="Google Shape;239;p38"/>
          <p:cNvSpPr txBox="1"/>
          <p:nvPr>
            <p:ph idx="2" type="subTitle"/>
          </p:nvPr>
        </p:nvSpPr>
        <p:spPr>
          <a:xfrm>
            <a:off x="1041662" y="2192038"/>
            <a:ext cx="16644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0" name="Google Shape;240;p38"/>
          <p:cNvSpPr txBox="1"/>
          <p:nvPr>
            <p:ph idx="3" type="subTitle"/>
          </p:nvPr>
        </p:nvSpPr>
        <p:spPr>
          <a:xfrm>
            <a:off x="6437934" y="2850513"/>
            <a:ext cx="1664400" cy="80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41" name="Google Shape;241;p38"/>
          <p:cNvSpPr txBox="1"/>
          <p:nvPr>
            <p:ph idx="4" type="subTitle"/>
          </p:nvPr>
        </p:nvSpPr>
        <p:spPr>
          <a:xfrm>
            <a:off x="6437934" y="2192038"/>
            <a:ext cx="16644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CUSTOM_26">
    <p:bg>
      <p:bgPr>
        <a:solidFill>
          <a:schemeClr val="dk1"/>
        </a:solidFill>
      </p:bgPr>
    </p:bg>
    <p:spTree>
      <p:nvGrpSpPr>
        <p:cNvPr id="242" name="Shape 242"/>
        <p:cNvGrpSpPr/>
        <p:nvPr/>
      </p:nvGrpSpPr>
      <p:grpSpPr>
        <a:xfrm>
          <a:off x="0" y="0"/>
          <a:ext cx="0" cy="0"/>
          <a:chOff x="0" y="0"/>
          <a:chExt cx="0" cy="0"/>
        </a:xfrm>
      </p:grpSpPr>
      <p:grpSp>
        <p:nvGrpSpPr>
          <p:cNvPr id="243" name="Google Shape;243;p39"/>
          <p:cNvGrpSpPr/>
          <p:nvPr/>
        </p:nvGrpSpPr>
        <p:grpSpPr>
          <a:xfrm>
            <a:off x="713225" y="539500"/>
            <a:ext cx="7717500" cy="4064400"/>
            <a:chOff x="713225" y="539500"/>
            <a:chExt cx="7717500" cy="4064400"/>
          </a:xfrm>
        </p:grpSpPr>
        <p:sp>
          <p:nvSpPr>
            <p:cNvPr id="244" name="Google Shape;244;p39"/>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39"/>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46" name="Google Shape;246;p39"/>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47" name="Google Shape;247;p39"/>
          <p:cNvSpPr txBox="1"/>
          <p:nvPr>
            <p:ph idx="1" type="subTitle"/>
          </p:nvPr>
        </p:nvSpPr>
        <p:spPr>
          <a:xfrm>
            <a:off x="1425525" y="1808851"/>
            <a:ext cx="2384700" cy="237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solidFill>
                  <a:schemeClr val="lt1"/>
                </a:solidFill>
              </a:defRPr>
            </a:lvl1pPr>
            <a:lvl2pPr lvl="1" rtl="0" algn="ctr">
              <a:lnSpc>
                <a:spcPct val="100000"/>
              </a:lnSpc>
              <a:spcBef>
                <a:spcPts val="0"/>
              </a:spcBef>
              <a:spcAft>
                <a:spcPts val="0"/>
              </a:spcAft>
              <a:buClr>
                <a:schemeClr val="lt1"/>
              </a:buClr>
              <a:buSzPts val="1400"/>
              <a:buChar char="○"/>
              <a:defRPr>
                <a:solidFill>
                  <a:schemeClr val="lt1"/>
                </a:solidFill>
              </a:defRPr>
            </a:lvl2pPr>
            <a:lvl3pPr lvl="2" rtl="0" algn="ctr">
              <a:lnSpc>
                <a:spcPct val="100000"/>
              </a:lnSpc>
              <a:spcBef>
                <a:spcPts val="0"/>
              </a:spcBef>
              <a:spcAft>
                <a:spcPts val="0"/>
              </a:spcAft>
              <a:buClr>
                <a:schemeClr val="lt1"/>
              </a:buClr>
              <a:buSzPts val="1400"/>
              <a:buChar char="■"/>
              <a:defRPr>
                <a:solidFill>
                  <a:schemeClr val="lt1"/>
                </a:solidFill>
              </a:defRPr>
            </a:lvl3pPr>
            <a:lvl4pPr lvl="3" rtl="0" algn="ctr">
              <a:lnSpc>
                <a:spcPct val="100000"/>
              </a:lnSpc>
              <a:spcBef>
                <a:spcPts val="0"/>
              </a:spcBef>
              <a:spcAft>
                <a:spcPts val="0"/>
              </a:spcAft>
              <a:buClr>
                <a:schemeClr val="lt1"/>
              </a:buClr>
              <a:buSzPts val="1400"/>
              <a:buChar char="●"/>
              <a:defRPr>
                <a:solidFill>
                  <a:schemeClr val="lt1"/>
                </a:solidFill>
              </a:defRPr>
            </a:lvl4pPr>
            <a:lvl5pPr lvl="4" rtl="0" algn="ctr">
              <a:lnSpc>
                <a:spcPct val="100000"/>
              </a:lnSpc>
              <a:spcBef>
                <a:spcPts val="0"/>
              </a:spcBef>
              <a:spcAft>
                <a:spcPts val="0"/>
              </a:spcAft>
              <a:buClr>
                <a:schemeClr val="lt1"/>
              </a:buClr>
              <a:buSzPts val="1400"/>
              <a:buChar char="○"/>
              <a:defRPr>
                <a:solidFill>
                  <a:schemeClr val="lt1"/>
                </a:solidFill>
              </a:defRPr>
            </a:lvl5pPr>
            <a:lvl6pPr lvl="5" rtl="0" algn="ctr">
              <a:lnSpc>
                <a:spcPct val="100000"/>
              </a:lnSpc>
              <a:spcBef>
                <a:spcPts val="0"/>
              </a:spcBef>
              <a:spcAft>
                <a:spcPts val="0"/>
              </a:spcAft>
              <a:buClr>
                <a:schemeClr val="lt1"/>
              </a:buClr>
              <a:buSzPts val="1400"/>
              <a:buChar char="■"/>
              <a:defRPr>
                <a:solidFill>
                  <a:schemeClr val="lt1"/>
                </a:solidFill>
              </a:defRPr>
            </a:lvl6pPr>
            <a:lvl7pPr lvl="6" rtl="0" algn="ctr">
              <a:lnSpc>
                <a:spcPct val="100000"/>
              </a:lnSpc>
              <a:spcBef>
                <a:spcPts val="0"/>
              </a:spcBef>
              <a:spcAft>
                <a:spcPts val="0"/>
              </a:spcAft>
              <a:buClr>
                <a:schemeClr val="lt1"/>
              </a:buClr>
              <a:buSzPts val="1400"/>
              <a:buChar char="●"/>
              <a:defRPr>
                <a:solidFill>
                  <a:schemeClr val="lt1"/>
                </a:solidFill>
              </a:defRPr>
            </a:lvl7pPr>
            <a:lvl8pPr lvl="7" rtl="0" algn="ctr">
              <a:lnSpc>
                <a:spcPct val="100000"/>
              </a:lnSpc>
              <a:spcBef>
                <a:spcPts val="0"/>
              </a:spcBef>
              <a:spcAft>
                <a:spcPts val="0"/>
              </a:spcAft>
              <a:buClr>
                <a:schemeClr val="lt1"/>
              </a:buClr>
              <a:buSzPts val="1400"/>
              <a:buChar char="○"/>
              <a:defRPr>
                <a:solidFill>
                  <a:schemeClr val="lt1"/>
                </a:solidFill>
              </a:defRPr>
            </a:lvl8pPr>
            <a:lvl9pPr lvl="8" rtl="0" algn="ctr">
              <a:lnSpc>
                <a:spcPct val="100000"/>
              </a:lnSpc>
              <a:spcBef>
                <a:spcPts val="0"/>
              </a:spcBef>
              <a:spcAft>
                <a:spcPts val="0"/>
              </a:spcAft>
              <a:buClr>
                <a:schemeClr val="lt1"/>
              </a:buClr>
              <a:buSzPts val="1400"/>
              <a:buChar char="■"/>
              <a:defRPr>
                <a:solidFill>
                  <a:schemeClr val="lt1"/>
                </a:solidFill>
              </a:defRPr>
            </a:lvl9pPr>
          </a:lstStyle>
          <a:p/>
        </p:txBody>
      </p:sp>
      <p:sp>
        <p:nvSpPr>
          <p:cNvPr id="248" name="Google Shape;248;p39"/>
          <p:cNvSpPr txBox="1"/>
          <p:nvPr>
            <p:ph idx="2" type="subTitle"/>
          </p:nvPr>
        </p:nvSpPr>
        <p:spPr>
          <a:xfrm>
            <a:off x="5333725" y="1808850"/>
            <a:ext cx="2384700" cy="2356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solidFill>
                  <a:schemeClr val="lt1"/>
                </a:solidFill>
              </a:defRPr>
            </a:lvl1pPr>
            <a:lvl2pPr lvl="1" rtl="0" algn="ctr">
              <a:lnSpc>
                <a:spcPct val="100000"/>
              </a:lnSpc>
              <a:spcBef>
                <a:spcPts val="0"/>
              </a:spcBef>
              <a:spcAft>
                <a:spcPts val="0"/>
              </a:spcAft>
              <a:buClr>
                <a:schemeClr val="lt1"/>
              </a:buClr>
              <a:buSzPts val="1400"/>
              <a:buChar char="○"/>
              <a:defRPr>
                <a:solidFill>
                  <a:schemeClr val="lt1"/>
                </a:solidFill>
              </a:defRPr>
            </a:lvl2pPr>
            <a:lvl3pPr lvl="2" rtl="0" algn="ctr">
              <a:lnSpc>
                <a:spcPct val="100000"/>
              </a:lnSpc>
              <a:spcBef>
                <a:spcPts val="0"/>
              </a:spcBef>
              <a:spcAft>
                <a:spcPts val="0"/>
              </a:spcAft>
              <a:buClr>
                <a:schemeClr val="lt1"/>
              </a:buClr>
              <a:buSzPts val="1400"/>
              <a:buChar char="■"/>
              <a:defRPr>
                <a:solidFill>
                  <a:schemeClr val="lt1"/>
                </a:solidFill>
              </a:defRPr>
            </a:lvl3pPr>
            <a:lvl4pPr lvl="3" rtl="0" algn="ctr">
              <a:lnSpc>
                <a:spcPct val="100000"/>
              </a:lnSpc>
              <a:spcBef>
                <a:spcPts val="0"/>
              </a:spcBef>
              <a:spcAft>
                <a:spcPts val="0"/>
              </a:spcAft>
              <a:buClr>
                <a:schemeClr val="lt1"/>
              </a:buClr>
              <a:buSzPts val="1400"/>
              <a:buChar char="●"/>
              <a:defRPr>
                <a:solidFill>
                  <a:schemeClr val="lt1"/>
                </a:solidFill>
              </a:defRPr>
            </a:lvl4pPr>
            <a:lvl5pPr lvl="4" rtl="0" algn="ctr">
              <a:lnSpc>
                <a:spcPct val="100000"/>
              </a:lnSpc>
              <a:spcBef>
                <a:spcPts val="0"/>
              </a:spcBef>
              <a:spcAft>
                <a:spcPts val="0"/>
              </a:spcAft>
              <a:buClr>
                <a:schemeClr val="lt1"/>
              </a:buClr>
              <a:buSzPts val="1400"/>
              <a:buChar char="○"/>
              <a:defRPr>
                <a:solidFill>
                  <a:schemeClr val="lt1"/>
                </a:solidFill>
              </a:defRPr>
            </a:lvl5pPr>
            <a:lvl6pPr lvl="5" rtl="0" algn="ctr">
              <a:lnSpc>
                <a:spcPct val="100000"/>
              </a:lnSpc>
              <a:spcBef>
                <a:spcPts val="0"/>
              </a:spcBef>
              <a:spcAft>
                <a:spcPts val="0"/>
              </a:spcAft>
              <a:buClr>
                <a:schemeClr val="lt1"/>
              </a:buClr>
              <a:buSzPts val="1400"/>
              <a:buChar char="■"/>
              <a:defRPr>
                <a:solidFill>
                  <a:schemeClr val="lt1"/>
                </a:solidFill>
              </a:defRPr>
            </a:lvl6pPr>
            <a:lvl7pPr lvl="6" rtl="0" algn="ctr">
              <a:lnSpc>
                <a:spcPct val="100000"/>
              </a:lnSpc>
              <a:spcBef>
                <a:spcPts val="0"/>
              </a:spcBef>
              <a:spcAft>
                <a:spcPts val="0"/>
              </a:spcAft>
              <a:buClr>
                <a:schemeClr val="lt1"/>
              </a:buClr>
              <a:buSzPts val="1400"/>
              <a:buChar char="●"/>
              <a:defRPr>
                <a:solidFill>
                  <a:schemeClr val="lt1"/>
                </a:solidFill>
              </a:defRPr>
            </a:lvl7pPr>
            <a:lvl8pPr lvl="7" rtl="0" algn="ctr">
              <a:lnSpc>
                <a:spcPct val="100000"/>
              </a:lnSpc>
              <a:spcBef>
                <a:spcPts val="0"/>
              </a:spcBef>
              <a:spcAft>
                <a:spcPts val="0"/>
              </a:spcAft>
              <a:buClr>
                <a:schemeClr val="lt1"/>
              </a:buClr>
              <a:buSzPts val="1400"/>
              <a:buChar char="○"/>
              <a:defRPr>
                <a:solidFill>
                  <a:schemeClr val="lt1"/>
                </a:solidFill>
              </a:defRPr>
            </a:lvl8pPr>
            <a:lvl9pPr lvl="8" rtl="0" algn="ctr">
              <a:lnSpc>
                <a:spcPct val="100000"/>
              </a:lnSpc>
              <a:spcBef>
                <a:spcPts val="0"/>
              </a:spcBef>
              <a:spcAft>
                <a:spcPts val="0"/>
              </a:spcAft>
              <a:buClr>
                <a:schemeClr val="lt1"/>
              </a:buClr>
              <a:buSzPts val="1400"/>
              <a:buChar char="■"/>
              <a:defRPr>
                <a:solidFill>
                  <a:schemeClr val="l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1_1_1_1_1">
    <p:bg>
      <p:bgPr>
        <a:solidFill>
          <a:schemeClr val="dk1"/>
        </a:solidFill>
      </p:bgPr>
    </p:bg>
    <p:spTree>
      <p:nvGrpSpPr>
        <p:cNvPr id="249" name="Shape 249"/>
        <p:cNvGrpSpPr/>
        <p:nvPr/>
      </p:nvGrpSpPr>
      <p:grpSpPr>
        <a:xfrm>
          <a:off x="0" y="0"/>
          <a:ext cx="0" cy="0"/>
          <a:chOff x="0" y="0"/>
          <a:chExt cx="0" cy="0"/>
        </a:xfrm>
      </p:grpSpPr>
      <p:grpSp>
        <p:nvGrpSpPr>
          <p:cNvPr id="250" name="Google Shape;250;p40"/>
          <p:cNvGrpSpPr/>
          <p:nvPr/>
        </p:nvGrpSpPr>
        <p:grpSpPr>
          <a:xfrm>
            <a:off x="713225" y="539500"/>
            <a:ext cx="7717500" cy="4064400"/>
            <a:chOff x="713225" y="539500"/>
            <a:chExt cx="7717500" cy="4064400"/>
          </a:xfrm>
        </p:grpSpPr>
        <p:sp>
          <p:nvSpPr>
            <p:cNvPr id="251" name="Google Shape;251;p40"/>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2" name="Google Shape;252;p40"/>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53" name="Google Shape;253;p40"/>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54" name="Google Shape;254;p40"/>
          <p:cNvSpPr txBox="1"/>
          <p:nvPr>
            <p:ph idx="1" type="subTitle"/>
          </p:nvPr>
        </p:nvSpPr>
        <p:spPr>
          <a:xfrm>
            <a:off x="852300" y="1647337"/>
            <a:ext cx="3348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255" name="Google Shape;255;p40"/>
          <p:cNvSpPr txBox="1"/>
          <p:nvPr>
            <p:ph idx="2" type="subTitle"/>
          </p:nvPr>
        </p:nvSpPr>
        <p:spPr>
          <a:xfrm>
            <a:off x="852300" y="1217813"/>
            <a:ext cx="3348600" cy="43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56" name="Google Shape;256;p40"/>
          <p:cNvSpPr txBox="1"/>
          <p:nvPr>
            <p:ph idx="3" type="subTitle"/>
          </p:nvPr>
        </p:nvSpPr>
        <p:spPr>
          <a:xfrm>
            <a:off x="852300" y="2781937"/>
            <a:ext cx="3348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257" name="Google Shape;257;p40"/>
          <p:cNvSpPr txBox="1"/>
          <p:nvPr>
            <p:ph idx="4" type="subTitle"/>
          </p:nvPr>
        </p:nvSpPr>
        <p:spPr>
          <a:xfrm>
            <a:off x="852300" y="2352413"/>
            <a:ext cx="3348600" cy="43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58" name="Google Shape;258;p40"/>
          <p:cNvSpPr txBox="1"/>
          <p:nvPr>
            <p:ph idx="5" type="subTitle"/>
          </p:nvPr>
        </p:nvSpPr>
        <p:spPr>
          <a:xfrm>
            <a:off x="852300" y="3916538"/>
            <a:ext cx="3348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259" name="Google Shape;259;p40"/>
          <p:cNvSpPr txBox="1"/>
          <p:nvPr>
            <p:ph idx="6" type="subTitle"/>
          </p:nvPr>
        </p:nvSpPr>
        <p:spPr>
          <a:xfrm>
            <a:off x="852300" y="3487013"/>
            <a:ext cx="3348600" cy="43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
    <p:bg>
      <p:bgPr>
        <a:solidFill>
          <a:schemeClr val="dk1"/>
        </a:solidFill>
      </p:bgPr>
    </p:bg>
    <p:spTree>
      <p:nvGrpSpPr>
        <p:cNvPr id="260" name="Shape 260"/>
        <p:cNvGrpSpPr/>
        <p:nvPr/>
      </p:nvGrpSpPr>
      <p:grpSpPr>
        <a:xfrm>
          <a:off x="0" y="0"/>
          <a:ext cx="0" cy="0"/>
          <a:chOff x="0" y="0"/>
          <a:chExt cx="0" cy="0"/>
        </a:xfrm>
      </p:grpSpPr>
      <p:grpSp>
        <p:nvGrpSpPr>
          <p:cNvPr id="261" name="Google Shape;261;p41"/>
          <p:cNvGrpSpPr/>
          <p:nvPr/>
        </p:nvGrpSpPr>
        <p:grpSpPr>
          <a:xfrm>
            <a:off x="713225" y="539500"/>
            <a:ext cx="7717500" cy="4064400"/>
            <a:chOff x="713225" y="539500"/>
            <a:chExt cx="7717500" cy="4064400"/>
          </a:xfrm>
        </p:grpSpPr>
        <p:sp>
          <p:nvSpPr>
            <p:cNvPr id="262" name="Google Shape;262;p41"/>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 name="Google Shape;263;p41"/>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64" name="Google Shape;264;p41"/>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65" name="Google Shape;265;p41"/>
          <p:cNvSpPr txBox="1"/>
          <p:nvPr>
            <p:ph idx="1" type="subTitle"/>
          </p:nvPr>
        </p:nvSpPr>
        <p:spPr>
          <a:xfrm>
            <a:off x="919850" y="3316050"/>
            <a:ext cx="2142600" cy="1088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66" name="Google Shape;266;p41"/>
          <p:cNvSpPr txBox="1"/>
          <p:nvPr>
            <p:ph idx="2" type="subTitle"/>
          </p:nvPr>
        </p:nvSpPr>
        <p:spPr>
          <a:xfrm>
            <a:off x="919850" y="2818775"/>
            <a:ext cx="21426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 name="Google Shape;267;p41"/>
          <p:cNvSpPr txBox="1"/>
          <p:nvPr>
            <p:ph idx="3" type="subTitle"/>
          </p:nvPr>
        </p:nvSpPr>
        <p:spPr>
          <a:xfrm>
            <a:off x="3500699" y="3316050"/>
            <a:ext cx="2142600" cy="1088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68" name="Google Shape;268;p41"/>
          <p:cNvSpPr txBox="1"/>
          <p:nvPr>
            <p:ph idx="4" type="subTitle"/>
          </p:nvPr>
        </p:nvSpPr>
        <p:spPr>
          <a:xfrm>
            <a:off x="3500697" y="2818775"/>
            <a:ext cx="21426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9" name="Google Shape;269;p41"/>
          <p:cNvSpPr txBox="1"/>
          <p:nvPr>
            <p:ph idx="5" type="subTitle"/>
          </p:nvPr>
        </p:nvSpPr>
        <p:spPr>
          <a:xfrm>
            <a:off x="6069048" y="3316050"/>
            <a:ext cx="2142600" cy="1088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70" name="Google Shape;270;p41"/>
          <p:cNvSpPr txBox="1"/>
          <p:nvPr>
            <p:ph idx="6" type="subTitle"/>
          </p:nvPr>
        </p:nvSpPr>
        <p:spPr>
          <a:xfrm>
            <a:off x="6069043" y="2818775"/>
            <a:ext cx="21426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1_1_1_1_1_1_1_1_1">
    <p:bg>
      <p:bgPr>
        <a:solidFill>
          <a:schemeClr val="dk1"/>
        </a:solidFill>
      </p:bgPr>
    </p:bg>
    <p:spTree>
      <p:nvGrpSpPr>
        <p:cNvPr id="271" name="Shape 271"/>
        <p:cNvGrpSpPr/>
        <p:nvPr/>
      </p:nvGrpSpPr>
      <p:grpSpPr>
        <a:xfrm>
          <a:off x="0" y="0"/>
          <a:ext cx="0" cy="0"/>
          <a:chOff x="0" y="0"/>
          <a:chExt cx="0" cy="0"/>
        </a:xfrm>
      </p:grpSpPr>
      <p:grpSp>
        <p:nvGrpSpPr>
          <p:cNvPr id="272" name="Google Shape;272;p42"/>
          <p:cNvGrpSpPr/>
          <p:nvPr/>
        </p:nvGrpSpPr>
        <p:grpSpPr>
          <a:xfrm>
            <a:off x="713225" y="539500"/>
            <a:ext cx="7717500" cy="4064400"/>
            <a:chOff x="713225" y="539500"/>
            <a:chExt cx="7717500" cy="4064400"/>
          </a:xfrm>
        </p:grpSpPr>
        <p:sp>
          <p:nvSpPr>
            <p:cNvPr id="273" name="Google Shape;273;p42"/>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4" name="Google Shape;274;p42"/>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75" name="Google Shape;275;p42"/>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76" name="Google Shape;276;p42"/>
          <p:cNvSpPr txBox="1"/>
          <p:nvPr>
            <p:ph idx="1" type="subTitle"/>
          </p:nvPr>
        </p:nvSpPr>
        <p:spPr>
          <a:xfrm>
            <a:off x="919850" y="2895567"/>
            <a:ext cx="2142600" cy="850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77" name="Google Shape;277;p42"/>
          <p:cNvSpPr txBox="1"/>
          <p:nvPr>
            <p:ph idx="2" type="subTitle"/>
          </p:nvPr>
        </p:nvSpPr>
        <p:spPr>
          <a:xfrm>
            <a:off x="919850" y="2398292"/>
            <a:ext cx="21426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8" name="Google Shape;278;p42"/>
          <p:cNvSpPr txBox="1"/>
          <p:nvPr>
            <p:ph idx="3" type="subTitle"/>
          </p:nvPr>
        </p:nvSpPr>
        <p:spPr>
          <a:xfrm>
            <a:off x="3500700" y="3200367"/>
            <a:ext cx="2142600" cy="850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79" name="Google Shape;279;p42"/>
          <p:cNvSpPr txBox="1"/>
          <p:nvPr>
            <p:ph idx="4" type="subTitle"/>
          </p:nvPr>
        </p:nvSpPr>
        <p:spPr>
          <a:xfrm>
            <a:off x="3500697" y="2703092"/>
            <a:ext cx="21426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0" name="Google Shape;280;p42"/>
          <p:cNvSpPr txBox="1"/>
          <p:nvPr>
            <p:ph idx="5" type="subTitle"/>
          </p:nvPr>
        </p:nvSpPr>
        <p:spPr>
          <a:xfrm>
            <a:off x="6069049" y="3505167"/>
            <a:ext cx="2142600" cy="850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81" name="Google Shape;281;p42"/>
          <p:cNvSpPr txBox="1"/>
          <p:nvPr>
            <p:ph idx="6" type="subTitle"/>
          </p:nvPr>
        </p:nvSpPr>
        <p:spPr>
          <a:xfrm>
            <a:off x="6069043" y="3007892"/>
            <a:ext cx="21426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BLANK_1_1_1_1_1_1_1_1_1_1">
    <p:bg>
      <p:bgPr>
        <a:solidFill>
          <a:schemeClr val="dk1"/>
        </a:solidFill>
      </p:bgPr>
    </p:bg>
    <p:spTree>
      <p:nvGrpSpPr>
        <p:cNvPr id="282" name="Shape 282"/>
        <p:cNvGrpSpPr/>
        <p:nvPr/>
      </p:nvGrpSpPr>
      <p:grpSpPr>
        <a:xfrm>
          <a:off x="0" y="0"/>
          <a:ext cx="0" cy="0"/>
          <a:chOff x="0" y="0"/>
          <a:chExt cx="0" cy="0"/>
        </a:xfrm>
      </p:grpSpPr>
      <p:grpSp>
        <p:nvGrpSpPr>
          <p:cNvPr id="283" name="Google Shape;283;p43"/>
          <p:cNvGrpSpPr/>
          <p:nvPr/>
        </p:nvGrpSpPr>
        <p:grpSpPr>
          <a:xfrm>
            <a:off x="713225" y="539500"/>
            <a:ext cx="7717500" cy="4064400"/>
            <a:chOff x="713225" y="539500"/>
            <a:chExt cx="7717500" cy="4064400"/>
          </a:xfrm>
        </p:grpSpPr>
        <p:sp>
          <p:nvSpPr>
            <p:cNvPr id="284" name="Google Shape;284;p43"/>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5" name="Google Shape;285;p43"/>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86" name="Google Shape;286;p43"/>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87" name="Google Shape;287;p43"/>
          <p:cNvSpPr txBox="1"/>
          <p:nvPr>
            <p:ph idx="1" type="subTitle"/>
          </p:nvPr>
        </p:nvSpPr>
        <p:spPr>
          <a:xfrm>
            <a:off x="1112975" y="3232800"/>
            <a:ext cx="2149500" cy="1008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88" name="Google Shape;288;p43"/>
          <p:cNvSpPr txBox="1"/>
          <p:nvPr>
            <p:ph idx="2" type="subTitle"/>
          </p:nvPr>
        </p:nvSpPr>
        <p:spPr>
          <a:xfrm>
            <a:off x="1112975" y="2735525"/>
            <a:ext cx="21495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9" name="Google Shape;289;p43"/>
          <p:cNvSpPr txBox="1"/>
          <p:nvPr>
            <p:ph idx="3" type="subTitle"/>
          </p:nvPr>
        </p:nvSpPr>
        <p:spPr>
          <a:xfrm>
            <a:off x="3497250" y="1861200"/>
            <a:ext cx="2149500" cy="1008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90" name="Google Shape;290;p43"/>
          <p:cNvSpPr txBox="1"/>
          <p:nvPr>
            <p:ph idx="4" type="subTitle"/>
          </p:nvPr>
        </p:nvSpPr>
        <p:spPr>
          <a:xfrm>
            <a:off x="3497250" y="1363925"/>
            <a:ext cx="21495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43"/>
          <p:cNvSpPr txBox="1"/>
          <p:nvPr>
            <p:ph idx="5" type="subTitle"/>
          </p:nvPr>
        </p:nvSpPr>
        <p:spPr>
          <a:xfrm>
            <a:off x="5881525" y="3232800"/>
            <a:ext cx="2149500" cy="1008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92" name="Google Shape;292;p43"/>
          <p:cNvSpPr txBox="1"/>
          <p:nvPr>
            <p:ph idx="6" type="subTitle"/>
          </p:nvPr>
        </p:nvSpPr>
        <p:spPr>
          <a:xfrm>
            <a:off x="5881525" y="2735525"/>
            <a:ext cx="2149500" cy="49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2">
    <p:bg>
      <p:bgPr>
        <a:solidFill>
          <a:schemeClr val="dk1"/>
        </a:solidFill>
      </p:bgPr>
    </p:bg>
    <p:spTree>
      <p:nvGrpSpPr>
        <p:cNvPr id="293" name="Shape 293"/>
        <p:cNvGrpSpPr/>
        <p:nvPr/>
      </p:nvGrpSpPr>
      <p:grpSpPr>
        <a:xfrm>
          <a:off x="0" y="0"/>
          <a:ext cx="0" cy="0"/>
          <a:chOff x="0" y="0"/>
          <a:chExt cx="0" cy="0"/>
        </a:xfrm>
      </p:grpSpPr>
      <p:grpSp>
        <p:nvGrpSpPr>
          <p:cNvPr id="294" name="Google Shape;294;p44"/>
          <p:cNvGrpSpPr/>
          <p:nvPr/>
        </p:nvGrpSpPr>
        <p:grpSpPr>
          <a:xfrm>
            <a:off x="713225" y="539500"/>
            <a:ext cx="7717500" cy="4064400"/>
            <a:chOff x="713225" y="539500"/>
            <a:chExt cx="7717500" cy="4064400"/>
          </a:xfrm>
        </p:grpSpPr>
        <p:sp>
          <p:nvSpPr>
            <p:cNvPr id="295" name="Google Shape;295;p44"/>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6" name="Google Shape;296;p44"/>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297" name="Google Shape;297;p44"/>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98" name="Google Shape;298;p44"/>
          <p:cNvSpPr txBox="1"/>
          <p:nvPr>
            <p:ph idx="1" type="subTitle"/>
          </p:nvPr>
        </p:nvSpPr>
        <p:spPr>
          <a:xfrm>
            <a:off x="945800" y="1875950"/>
            <a:ext cx="3044400" cy="572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299" name="Google Shape;299;p44"/>
          <p:cNvSpPr txBox="1"/>
          <p:nvPr>
            <p:ph idx="2" type="subTitle"/>
          </p:nvPr>
        </p:nvSpPr>
        <p:spPr>
          <a:xfrm>
            <a:off x="945800" y="1446425"/>
            <a:ext cx="3044400" cy="431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00" name="Google Shape;300;p44"/>
          <p:cNvSpPr txBox="1"/>
          <p:nvPr>
            <p:ph idx="3" type="subTitle"/>
          </p:nvPr>
        </p:nvSpPr>
        <p:spPr>
          <a:xfrm>
            <a:off x="5153800" y="2781950"/>
            <a:ext cx="30444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301" name="Google Shape;301;p44"/>
          <p:cNvSpPr txBox="1"/>
          <p:nvPr>
            <p:ph idx="4" type="subTitle"/>
          </p:nvPr>
        </p:nvSpPr>
        <p:spPr>
          <a:xfrm>
            <a:off x="5153800" y="2352425"/>
            <a:ext cx="3044400" cy="43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02" name="Google Shape;302;p44"/>
          <p:cNvSpPr txBox="1"/>
          <p:nvPr>
            <p:ph idx="5" type="subTitle"/>
          </p:nvPr>
        </p:nvSpPr>
        <p:spPr>
          <a:xfrm>
            <a:off x="945800" y="3687950"/>
            <a:ext cx="3044400" cy="572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303" name="Google Shape;303;p44"/>
          <p:cNvSpPr txBox="1"/>
          <p:nvPr>
            <p:ph idx="6" type="subTitle"/>
          </p:nvPr>
        </p:nvSpPr>
        <p:spPr>
          <a:xfrm>
            <a:off x="945800" y="3258425"/>
            <a:ext cx="3044400" cy="431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5">
  <p:cSld name="CUSTOM_15">
    <p:bg>
      <p:bgPr>
        <a:solidFill>
          <a:schemeClr val="dk1"/>
        </a:solidFill>
      </p:bgPr>
    </p:bg>
    <p:spTree>
      <p:nvGrpSpPr>
        <p:cNvPr id="304" name="Shape 304"/>
        <p:cNvGrpSpPr/>
        <p:nvPr/>
      </p:nvGrpSpPr>
      <p:grpSpPr>
        <a:xfrm>
          <a:off x="0" y="0"/>
          <a:ext cx="0" cy="0"/>
          <a:chOff x="0" y="0"/>
          <a:chExt cx="0" cy="0"/>
        </a:xfrm>
      </p:grpSpPr>
      <p:grpSp>
        <p:nvGrpSpPr>
          <p:cNvPr id="305" name="Google Shape;305;p45"/>
          <p:cNvGrpSpPr/>
          <p:nvPr/>
        </p:nvGrpSpPr>
        <p:grpSpPr>
          <a:xfrm>
            <a:off x="713225" y="539500"/>
            <a:ext cx="7717500" cy="4064400"/>
            <a:chOff x="713225" y="539500"/>
            <a:chExt cx="7717500" cy="4064400"/>
          </a:xfrm>
        </p:grpSpPr>
        <p:sp>
          <p:nvSpPr>
            <p:cNvPr id="306" name="Google Shape;306;p45"/>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7" name="Google Shape;307;p45"/>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08" name="Google Shape;308;p45"/>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09" name="Google Shape;309;p45"/>
          <p:cNvSpPr txBox="1"/>
          <p:nvPr>
            <p:ph idx="1" type="subTitle"/>
          </p:nvPr>
        </p:nvSpPr>
        <p:spPr>
          <a:xfrm>
            <a:off x="1658100" y="1978846"/>
            <a:ext cx="6285000" cy="572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310" name="Google Shape;310;p45"/>
          <p:cNvSpPr txBox="1"/>
          <p:nvPr>
            <p:ph idx="2" type="subTitle"/>
          </p:nvPr>
        </p:nvSpPr>
        <p:spPr>
          <a:xfrm>
            <a:off x="1658100" y="1549321"/>
            <a:ext cx="6285000" cy="431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11" name="Google Shape;311;p45"/>
          <p:cNvSpPr txBox="1"/>
          <p:nvPr>
            <p:ph idx="3" type="subTitle"/>
          </p:nvPr>
        </p:nvSpPr>
        <p:spPr>
          <a:xfrm>
            <a:off x="1658100" y="2884846"/>
            <a:ext cx="62850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312" name="Google Shape;312;p45"/>
          <p:cNvSpPr txBox="1"/>
          <p:nvPr>
            <p:ph idx="4" type="subTitle"/>
          </p:nvPr>
        </p:nvSpPr>
        <p:spPr>
          <a:xfrm>
            <a:off x="1658100" y="2455321"/>
            <a:ext cx="6285000" cy="43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13" name="Google Shape;313;p45"/>
          <p:cNvSpPr txBox="1"/>
          <p:nvPr>
            <p:ph idx="5" type="subTitle"/>
          </p:nvPr>
        </p:nvSpPr>
        <p:spPr>
          <a:xfrm>
            <a:off x="1658100" y="3790846"/>
            <a:ext cx="6285000" cy="572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p:txBody>
      </p:sp>
      <p:sp>
        <p:nvSpPr>
          <p:cNvPr id="314" name="Google Shape;314;p45"/>
          <p:cNvSpPr txBox="1"/>
          <p:nvPr>
            <p:ph idx="6" type="subTitle"/>
          </p:nvPr>
        </p:nvSpPr>
        <p:spPr>
          <a:xfrm>
            <a:off x="1658100" y="3361321"/>
            <a:ext cx="6285000" cy="431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6">
  <p:cSld name="CUSTOM_24">
    <p:bg>
      <p:bgPr>
        <a:solidFill>
          <a:schemeClr val="dk1"/>
        </a:solidFill>
      </p:bgPr>
    </p:bg>
    <p:spTree>
      <p:nvGrpSpPr>
        <p:cNvPr id="315" name="Shape 315"/>
        <p:cNvGrpSpPr/>
        <p:nvPr/>
      </p:nvGrpSpPr>
      <p:grpSpPr>
        <a:xfrm>
          <a:off x="0" y="0"/>
          <a:ext cx="0" cy="0"/>
          <a:chOff x="0" y="0"/>
          <a:chExt cx="0" cy="0"/>
        </a:xfrm>
      </p:grpSpPr>
      <p:grpSp>
        <p:nvGrpSpPr>
          <p:cNvPr id="316" name="Google Shape;316;p46"/>
          <p:cNvGrpSpPr/>
          <p:nvPr/>
        </p:nvGrpSpPr>
        <p:grpSpPr>
          <a:xfrm>
            <a:off x="713225" y="539500"/>
            <a:ext cx="7717500" cy="4064400"/>
            <a:chOff x="713225" y="539500"/>
            <a:chExt cx="7717500" cy="4064400"/>
          </a:xfrm>
        </p:grpSpPr>
        <p:sp>
          <p:nvSpPr>
            <p:cNvPr id="317" name="Google Shape;317;p46"/>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46"/>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19" name="Google Shape;319;p46"/>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20" name="Google Shape;320;p46"/>
          <p:cNvSpPr txBox="1"/>
          <p:nvPr>
            <p:ph idx="1" type="subTitle"/>
          </p:nvPr>
        </p:nvSpPr>
        <p:spPr>
          <a:xfrm>
            <a:off x="4615325" y="2181950"/>
            <a:ext cx="3599100" cy="38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321" name="Google Shape;321;p46"/>
          <p:cNvSpPr txBox="1"/>
          <p:nvPr>
            <p:ph idx="2" type="subTitle"/>
          </p:nvPr>
        </p:nvSpPr>
        <p:spPr>
          <a:xfrm>
            <a:off x="853775" y="2181950"/>
            <a:ext cx="3599100" cy="38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322" name="Google Shape;322;p46"/>
          <p:cNvSpPr txBox="1"/>
          <p:nvPr>
            <p:ph idx="3" type="subTitle"/>
          </p:nvPr>
        </p:nvSpPr>
        <p:spPr>
          <a:xfrm>
            <a:off x="853775" y="2571196"/>
            <a:ext cx="3599100" cy="666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u="sng">
                <a:solidFill>
                  <a:schemeClr val="hlink"/>
                </a:solidFill>
              </a:defRPr>
            </a:lvl1pPr>
            <a:lvl2pPr lvl="1" rtl="0">
              <a:lnSpc>
                <a:spcPct val="100000"/>
              </a:lnSpc>
              <a:spcBef>
                <a:spcPts val="0"/>
              </a:spcBef>
              <a:spcAft>
                <a:spcPts val="0"/>
              </a:spcAft>
              <a:buClr>
                <a:schemeClr val="lt1"/>
              </a:buClr>
              <a:buSzPts val="1400"/>
              <a:buChar char="○"/>
              <a:defRPr>
                <a:solidFill>
                  <a:schemeClr val="lt1"/>
                </a:solidFill>
              </a:defRPr>
            </a:lvl2pPr>
            <a:lvl3pPr lvl="2" rtl="0">
              <a:lnSpc>
                <a:spcPct val="100000"/>
              </a:lnSpc>
              <a:spcBef>
                <a:spcPts val="0"/>
              </a:spcBef>
              <a:spcAft>
                <a:spcPts val="0"/>
              </a:spcAft>
              <a:buClr>
                <a:schemeClr val="lt1"/>
              </a:buClr>
              <a:buSzPts val="1400"/>
              <a:buChar char="■"/>
              <a:defRPr>
                <a:solidFill>
                  <a:schemeClr val="lt1"/>
                </a:solidFill>
              </a:defRPr>
            </a:lvl3pPr>
            <a:lvl4pPr lvl="3" rtl="0">
              <a:lnSpc>
                <a:spcPct val="100000"/>
              </a:lnSpc>
              <a:spcBef>
                <a:spcPts val="0"/>
              </a:spcBef>
              <a:spcAft>
                <a:spcPts val="0"/>
              </a:spcAft>
              <a:buClr>
                <a:schemeClr val="lt1"/>
              </a:buClr>
              <a:buSzPts val="1400"/>
              <a:buChar char="●"/>
              <a:defRPr>
                <a:solidFill>
                  <a:schemeClr val="lt1"/>
                </a:solidFill>
              </a:defRPr>
            </a:lvl4pPr>
            <a:lvl5pPr lvl="4" rtl="0">
              <a:lnSpc>
                <a:spcPct val="100000"/>
              </a:lnSpc>
              <a:spcBef>
                <a:spcPts val="0"/>
              </a:spcBef>
              <a:spcAft>
                <a:spcPts val="0"/>
              </a:spcAft>
              <a:buClr>
                <a:schemeClr val="lt1"/>
              </a:buClr>
              <a:buSzPts val="1400"/>
              <a:buChar char="○"/>
              <a:defRPr>
                <a:solidFill>
                  <a:schemeClr val="lt1"/>
                </a:solidFill>
              </a:defRPr>
            </a:lvl5pPr>
            <a:lvl6pPr lvl="5" rtl="0">
              <a:lnSpc>
                <a:spcPct val="100000"/>
              </a:lnSpc>
              <a:spcBef>
                <a:spcPts val="0"/>
              </a:spcBef>
              <a:spcAft>
                <a:spcPts val="0"/>
              </a:spcAft>
              <a:buClr>
                <a:schemeClr val="lt1"/>
              </a:buClr>
              <a:buSzPts val="1400"/>
              <a:buChar char="■"/>
              <a:defRPr>
                <a:solidFill>
                  <a:schemeClr val="lt1"/>
                </a:solidFill>
              </a:defRPr>
            </a:lvl6pPr>
            <a:lvl7pPr lvl="6" rtl="0">
              <a:lnSpc>
                <a:spcPct val="100000"/>
              </a:lnSpc>
              <a:spcBef>
                <a:spcPts val="0"/>
              </a:spcBef>
              <a:spcAft>
                <a:spcPts val="0"/>
              </a:spcAft>
              <a:buClr>
                <a:schemeClr val="lt1"/>
              </a:buClr>
              <a:buSzPts val="1400"/>
              <a:buChar char="●"/>
              <a:defRPr>
                <a:solidFill>
                  <a:schemeClr val="lt1"/>
                </a:solidFill>
              </a:defRPr>
            </a:lvl7pPr>
            <a:lvl8pPr lvl="7" rtl="0">
              <a:lnSpc>
                <a:spcPct val="100000"/>
              </a:lnSpc>
              <a:spcBef>
                <a:spcPts val="0"/>
              </a:spcBef>
              <a:spcAft>
                <a:spcPts val="0"/>
              </a:spcAft>
              <a:buClr>
                <a:schemeClr val="lt1"/>
              </a:buClr>
              <a:buSzPts val="1400"/>
              <a:buChar char="○"/>
              <a:defRPr>
                <a:solidFill>
                  <a:schemeClr val="lt1"/>
                </a:solidFill>
              </a:defRPr>
            </a:lvl8pPr>
            <a:lvl9pPr lvl="8" rtl="0">
              <a:lnSpc>
                <a:spcPct val="100000"/>
              </a:lnSpc>
              <a:spcBef>
                <a:spcPts val="0"/>
              </a:spcBef>
              <a:spcAft>
                <a:spcPts val="0"/>
              </a:spcAft>
              <a:buClr>
                <a:schemeClr val="lt1"/>
              </a:buClr>
              <a:buSzPts val="1400"/>
              <a:buChar char="■"/>
              <a:defRPr>
                <a:solidFill>
                  <a:schemeClr val="lt1"/>
                </a:solidFill>
              </a:defRPr>
            </a:lvl9pPr>
          </a:lstStyle>
          <a:p/>
        </p:txBody>
      </p:sp>
      <p:sp>
        <p:nvSpPr>
          <p:cNvPr id="323" name="Google Shape;323;p46"/>
          <p:cNvSpPr txBox="1"/>
          <p:nvPr>
            <p:ph idx="4" type="subTitle"/>
          </p:nvPr>
        </p:nvSpPr>
        <p:spPr>
          <a:xfrm>
            <a:off x="799625" y="1404325"/>
            <a:ext cx="75231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324" name="Google Shape;324;p46"/>
          <p:cNvSpPr txBox="1"/>
          <p:nvPr>
            <p:ph idx="5" type="subTitle"/>
          </p:nvPr>
        </p:nvSpPr>
        <p:spPr>
          <a:xfrm>
            <a:off x="4452875" y="2570500"/>
            <a:ext cx="3761700" cy="172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solidFill>
                  <a:schemeClr val="lt1"/>
                </a:solidFill>
              </a:defRPr>
            </a:lvl1pPr>
            <a:lvl2pPr lvl="1" rtl="0">
              <a:lnSpc>
                <a:spcPct val="100000"/>
              </a:lnSpc>
              <a:spcBef>
                <a:spcPts val="0"/>
              </a:spcBef>
              <a:spcAft>
                <a:spcPts val="0"/>
              </a:spcAft>
              <a:buClr>
                <a:schemeClr val="lt1"/>
              </a:buClr>
              <a:buSzPts val="1400"/>
              <a:buChar char="○"/>
              <a:defRPr>
                <a:solidFill>
                  <a:schemeClr val="lt1"/>
                </a:solidFill>
              </a:defRPr>
            </a:lvl2pPr>
            <a:lvl3pPr lvl="2" rtl="0">
              <a:lnSpc>
                <a:spcPct val="100000"/>
              </a:lnSpc>
              <a:spcBef>
                <a:spcPts val="0"/>
              </a:spcBef>
              <a:spcAft>
                <a:spcPts val="0"/>
              </a:spcAft>
              <a:buClr>
                <a:schemeClr val="lt1"/>
              </a:buClr>
              <a:buSzPts val="1400"/>
              <a:buChar char="■"/>
              <a:defRPr>
                <a:solidFill>
                  <a:schemeClr val="lt1"/>
                </a:solidFill>
              </a:defRPr>
            </a:lvl3pPr>
            <a:lvl4pPr lvl="3" rtl="0">
              <a:lnSpc>
                <a:spcPct val="100000"/>
              </a:lnSpc>
              <a:spcBef>
                <a:spcPts val="0"/>
              </a:spcBef>
              <a:spcAft>
                <a:spcPts val="0"/>
              </a:spcAft>
              <a:buClr>
                <a:schemeClr val="lt1"/>
              </a:buClr>
              <a:buSzPts val="1400"/>
              <a:buChar char="●"/>
              <a:defRPr>
                <a:solidFill>
                  <a:schemeClr val="lt1"/>
                </a:solidFill>
              </a:defRPr>
            </a:lvl4pPr>
            <a:lvl5pPr lvl="4" rtl="0">
              <a:lnSpc>
                <a:spcPct val="100000"/>
              </a:lnSpc>
              <a:spcBef>
                <a:spcPts val="0"/>
              </a:spcBef>
              <a:spcAft>
                <a:spcPts val="0"/>
              </a:spcAft>
              <a:buClr>
                <a:schemeClr val="lt1"/>
              </a:buClr>
              <a:buSzPts val="1400"/>
              <a:buChar char="○"/>
              <a:defRPr>
                <a:solidFill>
                  <a:schemeClr val="lt1"/>
                </a:solidFill>
              </a:defRPr>
            </a:lvl5pPr>
            <a:lvl6pPr lvl="5" rtl="0">
              <a:lnSpc>
                <a:spcPct val="100000"/>
              </a:lnSpc>
              <a:spcBef>
                <a:spcPts val="0"/>
              </a:spcBef>
              <a:spcAft>
                <a:spcPts val="0"/>
              </a:spcAft>
              <a:buClr>
                <a:schemeClr val="lt1"/>
              </a:buClr>
              <a:buSzPts val="1400"/>
              <a:buChar char="■"/>
              <a:defRPr>
                <a:solidFill>
                  <a:schemeClr val="lt1"/>
                </a:solidFill>
              </a:defRPr>
            </a:lvl6pPr>
            <a:lvl7pPr lvl="6" rtl="0">
              <a:lnSpc>
                <a:spcPct val="100000"/>
              </a:lnSpc>
              <a:spcBef>
                <a:spcPts val="0"/>
              </a:spcBef>
              <a:spcAft>
                <a:spcPts val="0"/>
              </a:spcAft>
              <a:buClr>
                <a:schemeClr val="lt1"/>
              </a:buClr>
              <a:buSzPts val="1400"/>
              <a:buChar char="●"/>
              <a:defRPr>
                <a:solidFill>
                  <a:schemeClr val="lt1"/>
                </a:solidFill>
              </a:defRPr>
            </a:lvl7pPr>
            <a:lvl8pPr lvl="7" rtl="0">
              <a:lnSpc>
                <a:spcPct val="100000"/>
              </a:lnSpc>
              <a:spcBef>
                <a:spcPts val="0"/>
              </a:spcBef>
              <a:spcAft>
                <a:spcPts val="0"/>
              </a:spcAft>
              <a:buClr>
                <a:schemeClr val="lt1"/>
              </a:buClr>
              <a:buSzPts val="1400"/>
              <a:buChar char="○"/>
              <a:defRPr>
                <a:solidFill>
                  <a:schemeClr val="lt1"/>
                </a:solidFill>
              </a:defRPr>
            </a:lvl8pPr>
            <a:lvl9pPr lvl="8" rtl="0">
              <a:lnSpc>
                <a:spcPct val="100000"/>
              </a:lnSpc>
              <a:spcBef>
                <a:spcPts val="0"/>
              </a:spcBef>
              <a:spcAft>
                <a:spcPts val="0"/>
              </a:spcAft>
              <a:buClr>
                <a:schemeClr val="lt1"/>
              </a:buClr>
              <a:buSzPts val="1400"/>
              <a:buChar char="■"/>
              <a:defRPr>
                <a:solidFill>
                  <a:schemeClr val="lt1"/>
                </a:solidFill>
              </a:defRPr>
            </a:lvl9pPr>
          </a:lstStyle>
          <a:p/>
        </p:txBody>
      </p:sp>
      <p:sp>
        <p:nvSpPr>
          <p:cNvPr id="325" name="Google Shape;325;p46"/>
          <p:cNvSpPr txBox="1"/>
          <p:nvPr>
            <p:ph idx="6" type="subTitle"/>
          </p:nvPr>
        </p:nvSpPr>
        <p:spPr>
          <a:xfrm>
            <a:off x="853775" y="3237500"/>
            <a:ext cx="3599100" cy="38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800"/>
              <a:buNone/>
              <a:defRPr b="1">
                <a:solidFill>
                  <a:schemeClr val="lt1"/>
                </a:solidFill>
              </a:defRPr>
            </a:lvl1pPr>
            <a:lvl2pPr lvl="1" rtl="0">
              <a:lnSpc>
                <a:spcPct val="100000"/>
              </a:lnSpc>
              <a:spcBef>
                <a:spcPts val="0"/>
              </a:spcBef>
              <a:spcAft>
                <a:spcPts val="0"/>
              </a:spcAft>
              <a:buClr>
                <a:schemeClr val="lt1"/>
              </a:buClr>
              <a:buSzPts val="2800"/>
              <a:buNone/>
              <a:defRPr b="1" sz="2800">
                <a:solidFill>
                  <a:schemeClr val="lt1"/>
                </a:solidFill>
              </a:defRPr>
            </a:lvl2pPr>
            <a:lvl3pPr lvl="2" rtl="0">
              <a:lnSpc>
                <a:spcPct val="100000"/>
              </a:lnSpc>
              <a:spcBef>
                <a:spcPts val="0"/>
              </a:spcBef>
              <a:spcAft>
                <a:spcPts val="0"/>
              </a:spcAft>
              <a:buClr>
                <a:schemeClr val="lt1"/>
              </a:buClr>
              <a:buSzPts val="2800"/>
              <a:buNone/>
              <a:defRPr b="1" sz="2800">
                <a:solidFill>
                  <a:schemeClr val="lt1"/>
                </a:solidFill>
              </a:defRPr>
            </a:lvl3pPr>
            <a:lvl4pPr lvl="3" rtl="0">
              <a:lnSpc>
                <a:spcPct val="100000"/>
              </a:lnSpc>
              <a:spcBef>
                <a:spcPts val="0"/>
              </a:spcBef>
              <a:spcAft>
                <a:spcPts val="0"/>
              </a:spcAft>
              <a:buClr>
                <a:schemeClr val="lt1"/>
              </a:buClr>
              <a:buSzPts val="2800"/>
              <a:buNone/>
              <a:defRPr b="1" sz="2800">
                <a:solidFill>
                  <a:schemeClr val="lt1"/>
                </a:solidFill>
              </a:defRPr>
            </a:lvl4pPr>
            <a:lvl5pPr lvl="4" rtl="0">
              <a:lnSpc>
                <a:spcPct val="100000"/>
              </a:lnSpc>
              <a:spcBef>
                <a:spcPts val="0"/>
              </a:spcBef>
              <a:spcAft>
                <a:spcPts val="0"/>
              </a:spcAft>
              <a:buClr>
                <a:schemeClr val="lt1"/>
              </a:buClr>
              <a:buSzPts val="2800"/>
              <a:buNone/>
              <a:defRPr b="1" sz="2800">
                <a:solidFill>
                  <a:schemeClr val="lt1"/>
                </a:solidFill>
              </a:defRPr>
            </a:lvl5pPr>
            <a:lvl6pPr lvl="5" rtl="0">
              <a:lnSpc>
                <a:spcPct val="100000"/>
              </a:lnSpc>
              <a:spcBef>
                <a:spcPts val="0"/>
              </a:spcBef>
              <a:spcAft>
                <a:spcPts val="0"/>
              </a:spcAft>
              <a:buClr>
                <a:schemeClr val="lt1"/>
              </a:buClr>
              <a:buSzPts val="2800"/>
              <a:buNone/>
              <a:defRPr b="1" sz="2800">
                <a:solidFill>
                  <a:schemeClr val="lt1"/>
                </a:solidFill>
              </a:defRPr>
            </a:lvl6pPr>
            <a:lvl7pPr lvl="6" rtl="0">
              <a:lnSpc>
                <a:spcPct val="100000"/>
              </a:lnSpc>
              <a:spcBef>
                <a:spcPts val="0"/>
              </a:spcBef>
              <a:spcAft>
                <a:spcPts val="0"/>
              </a:spcAft>
              <a:buClr>
                <a:schemeClr val="lt1"/>
              </a:buClr>
              <a:buSzPts val="2800"/>
              <a:buNone/>
              <a:defRPr b="1" sz="2800">
                <a:solidFill>
                  <a:schemeClr val="lt1"/>
                </a:solidFill>
              </a:defRPr>
            </a:lvl7pPr>
            <a:lvl8pPr lvl="7" rtl="0">
              <a:lnSpc>
                <a:spcPct val="100000"/>
              </a:lnSpc>
              <a:spcBef>
                <a:spcPts val="0"/>
              </a:spcBef>
              <a:spcAft>
                <a:spcPts val="0"/>
              </a:spcAft>
              <a:buClr>
                <a:schemeClr val="lt1"/>
              </a:buClr>
              <a:buSzPts val="2800"/>
              <a:buNone/>
              <a:defRPr b="1" sz="2800">
                <a:solidFill>
                  <a:schemeClr val="lt1"/>
                </a:solidFill>
              </a:defRPr>
            </a:lvl8pPr>
            <a:lvl9pPr lvl="8" rtl="0">
              <a:lnSpc>
                <a:spcPct val="100000"/>
              </a:lnSpc>
              <a:spcBef>
                <a:spcPts val="0"/>
              </a:spcBef>
              <a:spcAft>
                <a:spcPts val="0"/>
              </a:spcAft>
              <a:buClr>
                <a:schemeClr val="lt1"/>
              </a:buClr>
              <a:buSzPts val="2800"/>
              <a:buNone/>
              <a:defRPr b="1" sz="2800">
                <a:solidFill>
                  <a:schemeClr val="lt1"/>
                </a:solidFill>
              </a:defRPr>
            </a:lvl9pPr>
          </a:lstStyle>
          <a:p/>
        </p:txBody>
      </p:sp>
      <p:sp>
        <p:nvSpPr>
          <p:cNvPr id="326" name="Google Shape;326;p46"/>
          <p:cNvSpPr txBox="1"/>
          <p:nvPr>
            <p:ph idx="7" type="subTitle"/>
          </p:nvPr>
        </p:nvSpPr>
        <p:spPr>
          <a:xfrm>
            <a:off x="853775" y="3626746"/>
            <a:ext cx="3599100" cy="666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u="sng">
                <a:solidFill>
                  <a:schemeClr val="hlink"/>
                </a:solidFill>
              </a:defRPr>
            </a:lvl1pPr>
            <a:lvl2pPr lvl="1" rtl="0">
              <a:lnSpc>
                <a:spcPct val="100000"/>
              </a:lnSpc>
              <a:spcBef>
                <a:spcPts val="0"/>
              </a:spcBef>
              <a:spcAft>
                <a:spcPts val="0"/>
              </a:spcAft>
              <a:buClr>
                <a:schemeClr val="lt1"/>
              </a:buClr>
              <a:buSzPts val="1400"/>
              <a:buChar char="○"/>
              <a:defRPr>
                <a:solidFill>
                  <a:schemeClr val="lt1"/>
                </a:solidFill>
              </a:defRPr>
            </a:lvl2pPr>
            <a:lvl3pPr lvl="2" rtl="0">
              <a:lnSpc>
                <a:spcPct val="100000"/>
              </a:lnSpc>
              <a:spcBef>
                <a:spcPts val="0"/>
              </a:spcBef>
              <a:spcAft>
                <a:spcPts val="0"/>
              </a:spcAft>
              <a:buClr>
                <a:schemeClr val="lt1"/>
              </a:buClr>
              <a:buSzPts val="1400"/>
              <a:buChar char="■"/>
              <a:defRPr>
                <a:solidFill>
                  <a:schemeClr val="lt1"/>
                </a:solidFill>
              </a:defRPr>
            </a:lvl3pPr>
            <a:lvl4pPr lvl="3" rtl="0">
              <a:lnSpc>
                <a:spcPct val="100000"/>
              </a:lnSpc>
              <a:spcBef>
                <a:spcPts val="0"/>
              </a:spcBef>
              <a:spcAft>
                <a:spcPts val="0"/>
              </a:spcAft>
              <a:buClr>
                <a:schemeClr val="lt1"/>
              </a:buClr>
              <a:buSzPts val="1400"/>
              <a:buChar char="●"/>
              <a:defRPr>
                <a:solidFill>
                  <a:schemeClr val="lt1"/>
                </a:solidFill>
              </a:defRPr>
            </a:lvl4pPr>
            <a:lvl5pPr lvl="4" rtl="0">
              <a:lnSpc>
                <a:spcPct val="100000"/>
              </a:lnSpc>
              <a:spcBef>
                <a:spcPts val="0"/>
              </a:spcBef>
              <a:spcAft>
                <a:spcPts val="0"/>
              </a:spcAft>
              <a:buClr>
                <a:schemeClr val="lt1"/>
              </a:buClr>
              <a:buSzPts val="1400"/>
              <a:buChar char="○"/>
              <a:defRPr>
                <a:solidFill>
                  <a:schemeClr val="lt1"/>
                </a:solidFill>
              </a:defRPr>
            </a:lvl5pPr>
            <a:lvl6pPr lvl="5" rtl="0">
              <a:lnSpc>
                <a:spcPct val="100000"/>
              </a:lnSpc>
              <a:spcBef>
                <a:spcPts val="0"/>
              </a:spcBef>
              <a:spcAft>
                <a:spcPts val="0"/>
              </a:spcAft>
              <a:buClr>
                <a:schemeClr val="lt1"/>
              </a:buClr>
              <a:buSzPts val="1400"/>
              <a:buChar char="■"/>
              <a:defRPr>
                <a:solidFill>
                  <a:schemeClr val="lt1"/>
                </a:solidFill>
              </a:defRPr>
            </a:lvl6pPr>
            <a:lvl7pPr lvl="6" rtl="0">
              <a:lnSpc>
                <a:spcPct val="100000"/>
              </a:lnSpc>
              <a:spcBef>
                <a:spcPts val="0"/>
              </a:spcBef>
              <a:spcAft>
                <a:spcPts val="0"/>
              </a:spcAft>
              <a:buClr>
                <a:schemeClr val="lt1"/>
              </a:buClr>
              <a:buSzPts val="1400"/>
              <a:buChar char="●"/>
              <a:defRPr>
                <a:solidFill>
                  <a:schemeClr val="lt1"/>
                </a:solidFill>
              </a:defRPr>
            </a:lvl7pPr>
            <a:lvl8pPr lvl="7" rtl="0">
              <a:lnSpc>
                <a:spcPct val="100000"/>
              </a:lnSpc>
              <a:spcBef>
                <a:spcPts val="0"/>
              </a:spcBef>
              <a:spcAft>
                <a:spcPts val="0"/>
              </a:spcAft>
              <a:buClr>
                <a:schemeClr val="lt1"/>
              </a:buClr>
              <a:buSzPts val="1400"/>
              <a:buChar char="○"/>
              <a:defRPr>
                <a:solidFill>
                  <a:schemeClr val="lt1"/>
                </a:solidFill>
              </a:defRPr>
            </a:lvl8pPr>
            <a:lvl9pPr lvl="8" rtl="0">
              <a:lnSpc>
                <a:spcPct val="100000"/>
              </a:lnSpc>
              <a:spcBef>
                <a:spcPts val="0"/>
              </a:spcBef>
              <a:spcAft>
                <a:spcPts val="0"/>
              </a:spcAft>
              <a:buClr>
                <a:schemeClr val="lt1"/>
              </a:buClr>
              <a:buSzPts val="1400"/>
              <a:buChar char="■"/>
              <a:defRPr>
                <a:solidFill>
                  <a:schemeClr val="l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1">
    <p:bg>
      <p:bgPr>
        <a:solidFill>
          <a:schemeClr val="dk1"/>
        </a:solidFill>
      </p:bgPr>
    </p:bg>
    <p:spTree>
      <p:nvGrpSpPr>
        <p:cNvPr id="327" name="Shape 327"/>
        <p:cNvGrpSpPr/>
        <p:nvPr/>
      </p:nvGrpSpPr>
      <p:grpSpPr>
        <a:xfrm>
          <a:off x="0" y="0"/>
          <a:ext cx="0" cy="0"/>
          <a:chOff x="0" y="0"/>
          <a:chExt cx="0" cy="0"/>
        </a:xfrm>
      </p:grpSpPr>
      <p:grpSp>
        <p:nvGrpSpPr>
          <p:cNvPr id="328" name="Google Shape;328;p47"/>
          <p:cNvGrpSpPr/>
          <p:nvPr/>
        </p:nvGrpSpPr>
        <p:grpSpPr>
          <a:xfrm>
            <a:off x="713225" y="539500"/>
            <a:ext cx="7717500" cy="4064400"/>
            <a:chOff x="713225" y="539500"/>
            <a:chExt cx="7717500" cy="4064400"/>
          </a:xfrm>
        </p:grpSpPr>
        <p:sp>
          <p:nvSpPr>
            <p:cNvPr id="329" name="Google Shape;329;p47"/>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0" name="Google Shape;330;p47"/>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31" name="Google Shape;331;p47"/>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32" name="Google Shape;332;p47"/>
          <p:cNvSpPr txBox="1"/>
          <p:nvPr>
            <p:ph idx="1" type="subTitle"/>
          </p:nvPr>
        </p:nvSpPr>
        <p:spPr>
          <a:xfrm>
            <a:off x="1112425" y="1982250"/>
            <a:ext cx="2447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33" name="Google Shape;333;p47"/>
          <p:cNvSpPr txBox="1"/>
          <p:nvPr>
            <p:ph idx="2" type="subTitle"/>
          </p:nvPr>
        </p:nvSpPr>
        <p:spPr>
          <a:xfrm>
            <a:off x="1112425" y="1463550"/>
            <a:ext cx="2447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4" name="Google Shape;334;p47"/>
          <p:cNvSpPr txBox="1"/>
          <p:nvPr>
            <p:ph idx="3" type="subTitle"/>
          </p:nvPr>
        </p:nvSpPr>
        <p:spPr>
          <a:xfrm>
            <a:off x="5584150" y="1982250"/>
            <a:ext cx="2447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35" name="Google Shape;335;p47"/>
          <p:cNvSpPr txBox="1"/>
          <p:nvPr>
            <p:ph idx="4" type="subTitle"/>
          </p:nvPr>
        </p:nvSpPr>
        <p:spPr>
          <a:xfrm>
            <a:off x="5584150" y="1463550"/>
            <a:ext cx="2447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6" name="Google Shape;336;p47"/>
          <p:cNvSpPr txBox="1"/>
          <p:nvPr>
            <p:ph idx="5" type="subTitle"/>
          </p:nvPr>
        </p:nvSpPr>
        <p:spPr>
          <a:xfrm>
            <a:off x="1112425" y="3636625"/>
            <a:ext cx="2447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37" name="Google Shape;337;p47"/>
          <p:cNvSpPr txBox="1"/>
          <p:nvPr>
            <p:ph idx="6" type="subTitle"/>
          </p:nvPr>
        </p:nvSpPr>
        <p:spPr>
          <a:xfrm>
            <a:off x="1112425" y="3117925"/>
            <a:ext cx="2447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8" name="Google Shape;338;p47"/>
          <p:cNvSpPr txBox="1"/>
          <p:nvPr>
            <p:ph idx="7" type="subTitle"/>
          </p:nvPr>
        </p:nvSpPr>
        <p:spPr>
          <a:xfrm>
            <a:off x="5584150" y="3636625"/>
            <a:ext cx="2447400" cy="64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39" name="Google Shape;339;p47"/>
          <p:cNvSpPr txBox="1"/>
          <p:nvPr>
            <p:ph idx="8" type="subTitle"/>
          </p:nvPr>
        </p:nvSpPr>
        <p:spPr>
          <a:xfrm>
            <a:off x="5584150" y="3117925"/>
            <a:ext cx="24474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1_1_1_1_1_1_1_1">
    <p:bg>
      <p:bgPr>
        <a:solidFill>
          <a:schemeClr val="dk1"/>
        </a:solidFill>
      </p:bgPr>
    </p:bg>
    <p:spTree>
      <p:nvGrpSpPr>
        <p:cNvPr id="340" name="Shape 340"/>
        <p:cNvGrpSpPr/>
        <p:nvPr/>
      </p:nvGrpSpPr>
      <p:grpSpPr>
        <a:xfrm>
          <a:off x="0" y="0"/>
          <a:ext cx="0" cy="0"/>
          <a:chOff x="0" y="0"/>
          <a:chExt cx="0" cy="0"/>
        </a:xfrm>
      </p:grpSpPr>
      <p:grpSp>
        <p:nvGrpSpPr>
          <p:cNvPr id="341" name="Google Shape;341;p48"/>
          <p:cNvGrpSpPr/>
          <p:nvPr/>
        </p:nvGrpSpPr>
        <p:grpSpPr>
          <a:xfrm>
            <a:off x="713300" y="539550"/>
            <a:ext cx="7717500" cy="4064400"/>
            <a:chOff x="713300" y="539550"/>
            <a:chExt cx="7717500" cy="4064400"/>
          </a:xfrm>
        </p:grpSpPr>
        <p:cxnSp>
          <p:nvCxnSpPr>
            <p:cNvPr id="342" name="Google Shape;342;p48"/>
            <p:cNvCxnSpPr/>
            <p:nvPr/>
          </p:nvCxnSpPr>
          <p:spPr>
            <a:xfrm>
              <a:off x="734900" y="1102125"/>
              <a:ext cx="7674300" cy="0"/>
            </a:xfrm>
            <a:prstGeom prst="straightConnector1">
              <a:avLst/>
            </a:prstGeom>
            <a:noFill/>
            <a:ln cap="flat" cmpd="sng" w="38100">
              <a:solidFill>
                <a:schemeClr val="accent1"/>
              </a:solidFill>
              <a:prstDash val="solid"/>
              <a:round/>
              <a:headEnd len="med" w="med" type="none"/>
              <a:tailEnd len="med" w="med" type="none"/>
            </a:ln>
          </p:spPr>
        </p:cxnSp>
        <p:sp>
          <p:nvSpPr>
            <p:cNvPr id="343" name="Google Shape;343;p48"/>
            <p:cNvSpPr/>
            <p:nvPr/>
          </p:nvSpPr>
          <p:spPr>
            <a:xfrm>
              <a:off x="713300" y="53955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48"/>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45" name="Google Shape;345;p48"/>
          <p:cNvSpPr txBox="1"/>
          <p:nvPr>
            <p:ph idx="1" type="subTitle"/>
          </p:nvPr>
        </p:nvSpPr>
        <p:spPr>
          <a:xfrm>
            <a:off x="1016600" y="1940562"/>
            <a:ext cx="33180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46" name="Google Shape;346;p48"/>
          <p:cNvSpPr txBox="1"/>
          <p:nvPr>
            <p:ph idx="2" type="subTitle"/>
          </p:nvPr>
        </p:nvSpPr>
        <p:spPr>
          <a:xfrm>
            <a:off x="1016600" y="1511038"/>
            <a:ext cx="33180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7" name="Google Shape;347;p48"/>
          <p:cNvSpPr txBox="1"/>
          <p:nvPr>
            <p:ph idx="3" type="subTitle"/>
          </p:nvPr>
        </p:nvSpPr>
        <p:spPr>
          <a:xfrm>
            <a:off x="1016625" y="3708400"/>
            <a:ext cx="33180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48" name="Google Shape;348;p48"/>
          <p:cNvSpPr txBox="1"/>
          <p:nvPr>
            <p:ph idx="4" type="subTitle"/>
          </p:nvPr>
        </p:nvSpPr>
        <p:spPr>
          <a:xfrm>
            <a:off x="1016625" y="3278875"/>
            <a:ext cx="33180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9" name="Google Shape;349;p48"/>
          <p:cNvSpPr txBox="1"/>
          <p:nvPr>
            <p:ph idx="5" type="subTitle"/>
          </p:nvPr>
        </p:nvSpPr>
        <p:spPr>
          <a:xfrm>
            <a:off x="4809400" y="1940562"/>
            <a:ext cx="33180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50" name="Google Shape;350;p48"/>
          <p:cNvSpPr txBox="1"/>
          <p:nvPr>
            <p:ph idx="6" type="subTitle"/>
          </p:nvPr>
        </p:nvSpPr>
        <p:spPr>
          <a:xfrm>
            <a:off x="4809400" y="1511038"/>
            <a:ext cx="33180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1" name="Google Shape;351;p48"/>
          <p:cNvSpPr txBox="1"/>
          <p:nvPr>
            <p:ph idx="7" type="subTitle"/>
          </p:nvPr>
        </p:nvSpPr>
        <p:spPr>
          <a:xfrm>
            <a:off x="4809425" y="3708400"/>
            <a:ext cx="33180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52" name="Google Shape;352;p48"/>
          <p:cNvSpPr txBox="1"/>
          <p:nvPr>
            <p:ph idx="8" type="subTitle"/>
          </p:nvPr>
        </p:nvSpPr>
        <p:spPr>
          <a:xfrm>
            <a:off x="4809425" y="3278875"/>
            <a:ext cx="3318000" cy="431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1_1_1_1_1_1_1_1_1">
    <p:bg>
      <p:bgPr>
        <a:solidFill>
          <a:schemeClr val="dk1"/>
        </a:solidFill>
      </p:bgPr>
    </p:bg>
    <p:spTree>
      <p:nvGrpSpPr>
        <p:cNvPr id="353" name="Shape 353"/>
        <p:cNvGrpSpPr/>
        <p:nvPr/>
      </p:nvGrpSpPr>
      <p:grpSpPr>
        <a:xfrm>
          <a:off x="0" y="0"/>
          <a:ext cx="0" cy="0"/>
          <a:chOff x="0" y="0"/>
          <a:chExt cx="0" cy="0"/>
        </a:xfrm>
      </p:grpSpPr>
      <p:grpSp>
        <p:nvGrpSpPr>
          <p:cNvPr id="354" name="Google Shape;354;p49"/>
          <p:cNvGrpSpPr/>
          <p:nvPr/>
        </p:nvGrpSpPr>
        <p:grpSpPr>
          <a:xfrm>
            <a:off x="713225" y="539500"/>
            <a:ext cx="7717500" cy="4064400"/>
            <a:chOff x="713225" y="539500"/>
            <a:chExt cx="7717500" cy="4064400"/>
          </a:xfrm>
        </p:grpSpPr>
        <p:sp>
          <p:nvSpPr>
            <p:cNvPr id="355" name="Google Shape;355;p49"/>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6" name="Google Shape;356;p49"/>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57" name="Google Shape;357;p49"/>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58" name="Google Shape;358;p49"/>
          <p:cNvSpPr txBox="1"/>
          <p:nvPr>
            <p:ph idx="1" type="subTitle"/>
          </p:nvPr>
        </p:nvSpPr>
        <p:spPr>
          <a:xfrm>
            <a:off x="884475" y="3415925"/>
            <a:ext cx="1725300" cy="87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59" name="Google Shape;359;p49"/>
          <p:cNvSpPr txBox="1"/>
          <p:nvPr>
            <p:ph idx="2" type="subTitle"/>
          </p:nvPr>
        </p:nvSpPr>
        <p:spPr>
          <a:xfrm>
            <a:off x="884474" y="2674200"/>
            <a:ext cx="1725300" cy="74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sz="1700">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 name="Google Shape;360;p49"/>
          <p:cNvSpPr txBox="1"/>
          <p:nvPr>
            <p:ph idx="3" type="subTitle"/>
          </p:nvPr>
        </p:nvSpPr>
        <p:spPr>
          <a:xfrm>
            <a:off x="2767708" y="3415925"/>
            <a:ext cx="1725300" cy="87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61" name="Google Shape;361;p49"/>
          <p:cNvSpPr txBox="1"/>
          <p:nvPr>
            <p:ph idx="4" type="subTitle"/>
          </p:nvPr>
        </p:nvSpPr>
        <p:spPr>
          <a:xfrm>
            <a:off x="2767709" y="2674200"/>
            <a:ext cx="1725300" cy="74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sz="1700">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2" name="Google Shape;362;p49"/>
          <p:cNvSpPr txBox="1"/>
          <p:nvPr>
            <p:ph idx="5" type="subTitle"/>
          </p:nvPr>
        </p:nvSpPr>
        <p:spPr>
          <a:xfrm>
            <a:off x="4650942" y="3415925"/>
            <a:ext cx="1725300" cy="87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63" name="Google Shape;363;p49"/>
          <p:cNvSpPr txBox="1"/>
          <p:nvPr>
            <p:ph idx="6" type="subTitle"/>
          </p:nvPr>
        </p:nvSpPr>
        <p:spPr>
          <a:xfrm>
            <a:off x="4650945" y="2674200"/>
            <a:ext cx="1725300" cy="74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sz="1700">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4" name="Google Shape;364;p49"/>
          <p:cNvSpPr txBox="1"/>
          <p:nvPr>
            <p:ph idx="7" type="subTitle"/>
          </p:nvPr>
        </p:nvSpPr>
        <p:spPr>
          <a:xfrm>
            <a:off x="6534175" y="3415925"/>
            <a:ext cx="1725300" cy="87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65" name="Google Shape;365;p49"/>
          <p:cNvSpPr txBox="1"/>
          <p:nvPr>
            <p:ph idx="8" type="subTitle"/>
          </p:nvPr>
        </p:nvSpPr>
        <p:spPr>
          <a:xfrm>
            <a:off x="6534180" y="2674200"/>
            <a:ext cx="1725300" cy="74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sz="1700">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7">
    <p:bg>
      <p:bgPr>
        <a:solidFill>
          <a:schemeClr val="dk1"/>
        </a:solidFill>
      </p:bgPr>
    </p:bg>
    <p:spTree>
      <p:nvGrpSpPr>
        <p:cNvPr id="366" name="Shape 366"/>
        <p:cNvGrpSpPr/>
        <p:nvPr/>
      </p:nvGrpSpPr>
      <p:grpSpPr>
        <a:xfrm>
          <a:off x="0" y="0"/>
          <a:ext cx="0" cy="0"/>
          <a:chOff x="0" y="0"/>
          <a:chExt cx="0" cy="0"/>
        </a:xfrm>
      </p:grpSpPr>
      <p:grpSp>
        <p:nvGrpSpPr>
          <p:cNvPr id="367" name="Google Shape;367;p50"/>
          <p:cNvGrpSpPr/>
          <p:nvPr/>
        </p:nvGrpSpPr>
        <p:grpSpPr>
          <a:xfrm>
            <a:off x="713225" y="539500"/>
            <a:ext cx="7717500" cy="4064400"/>
            <a:chOff x="713225" y="539500"/>
            <a:chExt cx="7717500" cy="4064400"/>
          </a:xfrm>
        </p:grpSpPr>
        <p:sp>
          <p:nvSpPr>
            <p:cNvPr id="368" name="Google Shape;368;p50"/>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9" name="Google Shape;369;p50"/>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70" name="Google Shape;370;p50"/>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71" name="Google Shape;371;p50"/>
          <p:cNvSpPr txBox="1"/>
          <p:nvPr>
            <p:ph idx="1" type="subTitle"/>
          </p:nvPr>
        </p:nvSpPr>
        <p:spPr>
          <a:xfrm>
            <a:off x="1909431" y="1906051"/>
            <a:ext cx="2263200" cy="64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72" name="Google Shape;372;p50"/>
          <p:cNvSpPr txBox="1"/>
          <p:nvPr>
            <p:ph idx="2" type="subTitle"/>
          </p:nvPr>
        </p:nvSpPr>
        <p:spPr>
          <a:xfrm>
            <a:off x="1909431" y="1387350"/>
            <a:ext cx="2263200" cy="51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3" name="Google Shape;373;p50"/>
          <p:cNvSpPr txBox="1"/>
          <p:nvPr>
            <p:ph idx="3" type="subTitle"/>
          </p:nvPr>
        </p:nvSpPr>
        <p:spPr>
          <a:xfrm>
            <a:off x="4971369" y="1906050"/>
            <a:ext cx="2263200" cy="642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74" name="Google Shape;374;p50"/>
          <p:cNvSpPr txBox="1"/>
          <p:nvPr>
            <p:ph idx="4" type="subTitle"/>
          </p:nvPr>
        </p:nvSpPr>
        <p:spPr>
          <a:xfrm>
            <a:off x="4971369" y="1387350"/>
            <a:ext cx="2263200" cy="51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5" name="Google Shape;375;p50"/>
          <p:cNvSpPr txBox="1"/>
          <p:nvPr>
            <p:ph idx="5" type="subTitle"/>
          </p:nvPr>
        </p:nvSpPr>
        <p:spPr>
          <a:xfrm>
            <a:off x="1909431" y="3654425"/>
            <a:ext cx="2263200" cy="64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76" name="Google Shape;376;p50"/>
          <p:cNvSpPr txBox="1"/>
          <p:nvPr>
            <p:ph idx="6" type="subTitle"/>
          </p:nvPr>
        </p:nvSpPr>
        <p:spPr>
          <a:xfrm>
            <a:off x="1909431" y="3135724"/>
            <a:ext cx="2263200" cy="51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7" name="Google Shape;377;p50"/>
          <p:cNvSpPr txBox="1"/>
          <p:nvPr>
            <p:ph idx="7" type="subTitle"/>
          </p:nvPr>
        </p:nvSpPr>
        <p:spPr>
          <a:xfrm>
            <a:off x="4971369" y="3654424"/>
            <a:ext cx="2263200" cy="642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None/>
              <a:defRPr sz="1600">
                <a:solidFill>
                  <a:schemeClr val="lt1"/>
                </a:solidFill>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378" name="Google Shape;378;p50"/>
          <p:cNvSpPr txBox="1"/>
          <p:nvPr>
            <p:ph idx="8" type="subTitle"/>
          </p:nvPr>
        </p:nvSpPr>
        <p:spPr>
          <a:xfrm>
            <a:off x="4971369" y="3135724"/>
            <a:ext cx="2263200" cy="51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1_1_1_1_1_1_1_1_1_2">
    <p:bg>
      <p:bgPr>
        <a:solidFill>
          <a:schemeClr val="dk1"/>
        </a:solidFill>
      </p:bgPr>
    </p:bg>
    <p:spTree>
      <p:nvGrpSpPr>
        <p:cNvPr id="379" name="Shape 379"/>
        <p:cNvGrpSpPr/>
        <p:nvPr/>
      </p:nvGrpSpPr>
      <p:grpSpPr>
        <a:xfrm>
          <a:off x="0" y="0"/>
          <a:ext cx="0" cy="0"/>
          <a:chOff x="0" y="0"/>
          <a:chExt cx="0" cy="0"/>
        </a:xfrm>
      </p:grpSpPr>
      <p:grpSp>
        <p:nvGrpSpPr>
          <p:cNvPr id="380" name="Google Shape;380;p51"/>
          <p:cNvGrpSpPr/>
          <p:nvPr/>
        </p:nvGrpSpPr>
        <p:grpSpPr>
          <a:xfrm>
            <a:off x="713225" y="539500"/>
            <a:ext cx="7717500" cy="4064400"/>
            <a:chOff x="713225" y="539500"/>
            <a:chExt cx="7717500" cy="4064400"/>
          </a:xfrm>
        </p:grpSpPr>
        <p:sp>
          <p:nvSpPr>
            <p:cNvPr id="381" name="Google Shape;381;p51"/>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 name="Google Shape;382;p51"/>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83" name="Google Shape;383;p51"/>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84" name="Google Shape;384;p51"/>
          <p:cNvSpPr txBox="1"/>
          <p:nvPr>
            <p:ph idx="1" type="subTitle"/>
          </p:nvPr>
        </p:nvSpPr>
        <p:spPr>
          <a:xfrm>
            <a:off x="958125" y="1906025"/>
            <a:ext cx="2304000" cy="7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85" name="Google Shape;385;p51"/>
          <p:cNvSpPr txBox="1"/>
          <p:nvPr>
            <p:ph idx="2" type="subTitle"/>
          </p:nvPr>
        </p:nvSpPr>
        <p:spPr>
          <a:xfrm>
            <a:off x="958125" y="1387325"/>
            <a:ext cx="23040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6" name="Google Shape;386;p51"/>
          <p:cNvSpPr txBox="1"/>
          <p:nvPr>
            <p:ph idx="3" type="subTitle"/>
          </p:nvPr>
        </p:nvSpPr>
        <p:spPr>
          <a:xfrm>
            <a:off x="3420000" y="1906025"/>
            <a:ext cx="2304000" cy="7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87" name="Google Shape;387;p51"/>
          <p:cNvSpPr txBox="1"/>
          <p:nvPr>
            <p:ph idx="4" type="subTitle"/>
          </p:nvPr>
        </p:nvSpPr>
        <p:spPr>
          <a:xfrm>
            <a:off x="3420000" y="1387325"/>
            <a:ext cx="23040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8" name="Google Shape;388;p51"/>
          <p:cNvSpPr txBox="1"/>
          <p:nvPr>
            <p:ph idx="5" type="subTitle"/>
          </p:nvPr>
        </p:nvSpPr>
        <p:spPr>
          <a:xfrm>
            <a:off x="5881875" y="1906025"/>
            <a:ext cx="2304000" cy="7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89" name="Google Shape;389;p51"/>
          <p:cNvSpPr txBox="1"/>
          <p:nvPr>
            <p:ph idx="6" type="subTitle"/>
          </p:nvPr>
        </p:nvSpPr>
        <p:spPr>
          <a:xfrm>
            <a:off x="5881875" y="1387325"/>
            <a:ext cx="23040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0" name="Google Shape;390;p51"/>
          <p:cNvSpPr txBox="1"/>
          <p:nvPr>
            <p:ph idx="7" type="subTitle"/>
          </p:nvPr>
        </p:nvSpPr>
        <p:spPr>
          <a:xfrm>
            <a:off x="2189050" y="3626000"/>
            <a:ext cx="2304000" cy="7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91" name="Google Shape;391;p51"/>
          <p:cNvSpPr txBox="1"/>
          <p:nvPr>
            <p:ph idx="8" type="subTitle"/>
          </p:nvPr>
        </p:nvSpPr>
        <p:spPr>
          <a:xfrm>
            <a:off x="2189050" y="3107300"/>
            <a:ext cx="23040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 name="Google Shape;392;p51"/>
          <p:cNvSpPr txBox="1"/>
          <p:nvPr>
            <p:ph idx="9" type="subTitle"/>
          </p:nvPr>
        </p:nvSpPr>
        <p:spPr>
          <a:xfrm>
            <a:off x="4650925" y="3626000"/>
            <a:ext cx="2304000" cy="7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393" name="Google Shape;393;p51"/>
          <p:cNvSpPr txBox="1"/>
          <p:nvPr>
            <p:ph idx="13" type="subTitle"/>
          </p:nvPr>
        </p:nvSpPr>
        <p:spPr>
          <a:xfrm>
            <a:off x="4650925" y="3107300"/>
            <a:ext cx="2304000" cy="51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_1_1_1_1_1_1_1_1_1">
    <p:bg>
      <p:bgPr>
        <a:solidFill>
          <a:schemeClr val="dk1"/>
        </a:solidFill>
      </p:bgPr>
    </p:bg>
    <p:spTree>
      <p:nvGrpSpPr>
        <p:cNvPr id="394" name="Shape 394"/>
        <p:cNvGrpSpPr/>
        <p:nvPr/>
      </p:nvGrpSpPr>
      <p:grpSpPr>
        <a:xfrm>
          <a:off x="0" y="0"/>
          <a:ext cx="0" cy="0"/>
          <a:chOff x="0" y="0"/>
          <a:chExt cx="0" cy="0"/>
        </a:xfrm>
      </p:grpSpPr>
      <p:grpSp>
        <p:nvGrpSpPr>
          <p:cNvPr id="395" name="Google Shape;395;p52"/>
          <p:cNvGrpSpPr/>
          <p:nvPr/>
        </p:nvGrpSpPr>
        <p:grpSpPr>
          <a:xfrm>
            <a:off x="713225" y="539500"/>
            <a:ext cx="7717500" cy="4064400"/>
            <a:chOff x="713225" y="539500"/>
            <a:chExt cx="7717500" cy="4064400"/>
          </a:xfrm>
        </p:grpSpPr>
        <p:sp>
          <p:nvSpPr>
            <p:cNvPr id="396" name="Google Shape;396;p52"/>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7" name="Google Shape;397;p52"/>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398" name="Google Shape;398;p52"/>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99" name="Google Shape;399;p52"/>
          <p:cNvSpPr txBox="1"/>
          <p:nvPr>
            <p:ph idx="1" type="subTitle"/>
          </p:nvPr>
        </p:nvSpPr>
        <p:spPr>
          <a:xfrm>
            <a:off x="1134425" y="2232500"/>
            <a:ext cx="21525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00" name="Google Shape;400;p52"/>
          <p:cNvSpPr txBox="1"/>
          <p:nvPr>
            <p:ph idx="2" type="subTitle"/>
          </p:nvPr>
        </p:nvSpPr>
        <p:spPr>
          <a:xfrm>
            <a:off x="1134425" y="1885275"/>
            <a:ext cx="21525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52"/>
          <p:cNvSpPr txBox="1"/>
          <p:nvPr>
            <p:ph idx="3" type="subTitle"/>
          </p:nvPr>
        </p:nvSpPr>
        <p:spPr>
          <a:xfrm>
            <a:off x="3495738" y="2232500"/>
            <a:ext cx="21525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02" name="Google Shape;402;p52"/>
          <p:cNvSpPr txBox="1"/>
          <p:nvPr>
            <p:ph idx="4" type="subTitle"/>
          </p:nvPr>
        </p:nvSpPr>
        <p:spPr>
          <a:xfrm>
            <a:off x="3495750" y="1885275"/>
            <a:ext cx="21525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3" name="Google Shape;403;p52"/>
          <p:cNvSpPr txBox="1"/>
          <p:nvPr>
            <p:ph idx="5" type="subTitle"/>
          </p:nvPr>
        </p:nvSpPr>
        <p:spPr>
          <a:xfrm>
            <a:off x="5857051" y="2232500"/>
            <a:ext cx="21525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04" name="Google Shape;404;p52"/>
          <p:cNvSpPr txBox="1"/>
          <p:nvPr>
            <p:ph idx="6" type="subTitle"/>
          </p:nvPr>
        </p:nvSpPr>
        <p:spPr>
          <a:xfrm>
            <a:off x="5857075" y="1885275"/>
            <a:ext cx="21525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5" name="Google Shape;405;p52"/>
          <p:cNvSpPr txBox="1"/>
          <p:nvPr>
            <p:ph idx="7" type="subTitle"/>
          </p:nvPr>
        </p:nvSpPr>
        <p:spPr>
          <a:xfrm>
            <a:off x="1134425" y="3744750"/>
            <a:ext cx="21525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06" name="Google Shape;406;p52"/>
          <p:cNvSpPr txBox="1"/>
          <p:nvPr>
            <p:ph idx="8" type="subTitle"/>
          </p:nvPr>
        </p:nvSpPr>
        <p:spPr>
          <a:xfrm>
            <a:off x="1134425" y="3397550"/>
            <a:ext cx="21525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7" name="Google Shape;407;p52"/>
          <p:cNvSpPr txBox="1"/>
          <p:nvPr>
            <p:ph idx="9" type="subTitle"/>
          </p:nvPr>
        </p:nvSpPr>
        <p:spPr>
          <a:xfrm>
            <a:off x="3495738" y="3744750"/>
            <a:ext cx="21525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08" name="Google Shape;408;p52"/>
          <p:cNvSpPr txBox="1"/>
          <p:nvPr>
            <p:ph idx="13" type="subTitle"/>
          </p:nvPr>
        </p:nvSpPr>
        <p:spPr>
          <a:xfrm>
            <a:off x="3495750" y="3397550"/>
            <a:ext cx="21525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9" name="Google Shape;409;p52"/>
          <p:cNvSpPr txBox="1"/>
          <p:nvPr>
            <p:ph idx="14" type="subTitle"/>
          </p:nvPr>
        </p:nvSpPr>
        <p:spPr>
          <a:xfrm>
            <a:off x="5857051" y="3744750"/>
            <a:ext cx="21525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10" name="Google Shape;410;p52"/>
          <p:cNvSpPr txBox="1"/>
          <p:nvPr>
            <p:ph idx="15" type="subTitle"/>
          </p:nvPr>
        </p:nvSpPr>
        <p:spPr>
          <a:xfrm>
            <a:off x="5857075" y="3397550"/>
            <a:ext cx="21525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21">
    <p:bg>
      <p:bgPr>
        <a:solidFill>
          <a:schemeClr val="dk1"/>
        </a:solidFill>
      </p:bgPr>
    </p:bg>
    <p:spTree>
      <p:nvGrpSpPr>
        <p:cNvPr id="411" name="Shape 411"/>
        <p:cNvGrpSpPr/>
        <p:nvPr/>
      </p:nvGrpSpPr>
      <p:grpSpPr>
        <a:xfrm>
          <a:off x="0" y="0"/>
          <a:ext cx="0" cy="0"/>
          <a:chOff x="0" y="0"/>
          <a:chExt cx="0" cy="0"/>
        </a:xfrm>
      </p:grpSpPr>
      <p:grpSp>
        <p:nvGrpSpPr>
          <p:cNvPr id="412" name="Google Shape;412;p53"/>
          <p:cNvGrpSpPr/>
          <p:nvPr/>
        </p:nvGrpSpPr>
        <p:grpSpPr>
          <a:xfrm>
            <a:off x="713225" y="539500"/>
            <a:ext cx="7717500" cy="4064400"/>
            <a:chOff x="713225" y="539500"/>
            <a:chExt cx="7717500" cy="4064400"/>
          </a:xfrm>
        </p:grpSpPr>
        <p:sp>
          <p:nvSpPr>
            <p:cNvPr id="413" name="Google Shape;413;p53"/>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4" name="Google Shape;414;p53"/>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415" name="Google Shape;415;p53"/>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16" name="Google Shape;416;p53"/>
          <p:cNvSpPr txBox="1"/>
          <p:nvPr>
            <p:ph idx="1" type="subTitle"/>
          </p:nvPr>
        </p:nvSpPr>
        <p:spPr>
          <a:xfrm>
            <a:off x="1059065" y="1748192"/>
            <a:ext cx="3042300" cy="50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17" name="Google Shape;417;p53"/>
          <p:cNvSpPr txBox="1"/>
          <p:nvPr>
            <p:ph idx="2" type="subTitle"/>
          </p:nvPr>
        </p:nvSpPr>
        <p:spPr>
          <a:xfrm>
            <a:off x="1059065" y="1395867"/>
            <a:ext cx="30423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8" name="Google Shape;418;p53"/>
          <p:cNvSpPr txBox="1"/>
          <p:nvPr>
            <p:ph idx="3" type="subTitle"/>
          </p:nvPr>
        </p:nvSpPr>
        <p:spPr>
          <a:xfrm>
            <a:off x="1059052" y="2806879"/>
            <a:ext cx="3042300" cy="50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19" name="Google Shape;419;p53"/>
          <p:cNvSpPr txBox="1"/>
          <p:nvPr>
            <p:ph idx="4" type="subTitle"/>
          </p:nvPr>
        </p:nvSpPr>
        <p:spPr>
          <a:xfrm>
            <a:off x="1059070" y="2454554"/>
            <a:ext cx="30423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0" name="Google Shape;420;p53"/>
          <p:cNvSpPr txBox="1"/>
          <p:nvPr>
            <p:ph idx="5" type="subTitle"/>
          </p:nvPr>
        </p:nvSpPr>
        <p:spPr>
          <a:xfrm>
            <a:off x="5042599" y="1748192"/>
            <a:ext cx="3042300" cy="50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21" name="Google Shape;421;p53"/>
          <p:cNvSpPr txBox="1"/>
          <p:nvPr>
            <p:ph idx="6" type="subTitle"/>
          </p:nvPr>
        </p:nvSpPr>
        <p:spPr>
          <a:xfrm>
            <a:off x="5042634" y="1395867"/>
            <a:ext cx="30423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2" name="Google Shape;422;p53"/>
          <p:cNvSpPr txBox="1"/>
          <p:nvPr>
            <p:ph idx="7" type="subTitle"/>
          </p:nvPr>
        </p:nvSpPr>
        <p:spPr>
          <a:xfrm>
            <a:off x="1059065" y="3865542"/>
            <a:ext cx="3042300" cy="50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23" name="Google Shape;423;p53"/>
          <p:cNvSpPr txBox="1"/>
          <p:nvPr>
            <p:ph idx="8" type="subTitle"/>
          </p:nvPr>
        </p:nvSpPr>
        <p:spPr>
          <a:xfrm>
            <a:off x="1059065" y="3513242"/>
            <a:ext cx="30423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4" name="Google Shape;424;p53"/>
          <p:cNvSpPr txBox="1"/>
          <p:nvPr>
            <p:ph idx="9" type="subTitle"/>
          </p:nvPr>
        </p:nvSpPr>
        <p:spPr>
          <a:xfrm>
            <a:off x="5042630" y="2806867"/>
            <a:ext cx="3042300" cy="50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25" name="Google Shape;425;p53"/>
          <p:cNvSpPr txBox="1"/>
          <p:nvPr>
            <p:ph idx="13" type="subTitle"/>
          </p:nvPr>
        </p:nvSpPr>
        <p:spPr>
          <a:xfrm>
            <a:off x="5042648" y="2454567"/>
            <a:ext cx="30423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6" name="Google Shape;426;p53"/>
          <p:cNvSpPr txBox="1"/>
          <p:nvPr>
            <p:ph idx="14" type="subTitle"/>
          </p:nvPr>
        </p:nvSpPr>
        <p:spPr>
          <a:xfrm>
            <a:off x="5042599" y="3865542"/>
            <a:ext cx="3042300" cy="50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27" name="Google Shape;427;p53"/>
          <p:cNvSpPr txBox="1"/>
          <p:nvPr>
            <p:ph idx="15" type="subTitle"/>
          </p:nvPr>
        </p:nvSpPr>
        <p:spPr>
          <a:xfrm>
            <a:off x="5042634" y="3513242"/>
            <a:ext cx="3042300" cy="3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1_1_1_1_1_1_1_1_1">
    <p:bg>
      <p:bgPr>
        <a:solidFill>
          <a:schemeClr val="dk1"/>
        </a:solidFill>
      </p:bgPr>
    </p:bg>
    <p:spTree>
      <p:nvGrpSpPr>
        <p:cNvPr id="428" name="Shape 428"/>
        <p:cNvGrpSpPr/>
        <p:nvPr/>
      </p:nvGrpSpPr>
      <p:grpSpPr>
        <a:xfrm>
          <a:off x="0" y="0"/>
          <a:ext cx="0" cy="0"/>
          <a:chOff x="0" y="0"/>
          <a:chExt cx="0" cy="0"/>
        </a:xfrm>
      </p:grpSpPr>
      <p:grpSp>
        <p:nvGrpSpPr>
          <p:cNvPr id="429" name="Google Shape;429;p54"/>
          <p:cNvGrpSpPr/>
          <p:nvPr/>
        </p:nvGrpSpPr>
        <p:grpSpPr>
          <a:xfrm>
            <a:off x="713225" y="539500"/>
            <a:ext cx="7717500" cy="4064400"/>
            <a:chOff x="713225" y="539500"/>
            <a:chExt cx="7717500" cy="4064400"/>
          </a:xfrm>
        </p:grpSpPr>
        <p:sp>
          <p:nvSpPr>
            <p:cNvPr id="430" name="Google Shape;430;p54"/>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1" name="Google Shape;431;p54"/>
            <p:cNvCxnSpPr/>
            <p:nvPr/>
          </p:nvCxnSpPr>
          <p:spPr>
            <a:xfrm>
              <a:off x="734825" y="1483075"/>
              <a:ext cx="7674300" cy="0"/>
            </a:xfrm>
            <a:prstGeom prst="straightConnector1">
              <a:avLst/>
            </a:prstGeom>
            <a:noFill/>
            <a:ln cap="flat" cmpd="sng" w="38100">
              <a:solidFill>
                <a:schemeClr val="accent1"/>
              </a:solidFill>
              <a:prstDash val="solid"/>
              <a:round/>
              <a:headEnd len="med" w="med" type="none"/>
              <a:tailEnd len="med" w="med" type="none"/>
            </a:ln>
          </p:spPr>
        </p:cxnSp>
      </p:grpSp>
      <p:sp>
        <p:nvSpPr>
          <p:cNvPr id="432" name="Google Shape;432;p54"/>
          <p:cNvSpPr txBox="1"/>
          <p:nvPr>
            <p:ph type="title"/>
          </p:nvPr>
        </p:nvSpPr>
        <p:spPr>
          <a:xfrm>
            <a:off x="3607800" y="539500"/>
            <a:ext cx="4519200" cy="939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r">
              <a:spcBef>
                <a:spcPts val="0"/>
              </a:spcBef>
              <a:spcAft>
                <a:spcPts val="0"/>
              </a:spcAft>
              <a:buClr>
                <a:schemeClr val="lt1"/>
              </a:buClr>
              <a:buSzPts val="4800"/>
              <a:buNone/>
              <a:defRPr sz="4800">
                <a:solidFill>
                  <a:schemeClr val="lt1"/>
                </a:solidFill>
              </a:defRPr>
            </a:lvl2pPr>
            <a:lvl3pPr lvl="2" rtl="0" algn="r">
              <a:spcBef>
                <a:spcPts val="0"/>
              </a:spcBef>
              <a:spcAft>
                <a:spcPts val="0"/>
              </a:spcAft>
              <a:buClr>
                <a:schemeClr val="lt1"/>
              </a:buClr>
              <a:buSzPts val="4800"/>
              <a:buNone/>
              <a:defRPr sz="4800">
                <a:solidFill>
                  <a:schemeClr val="lt1"/>
                </a:solidFill>
              </a:defRPr>
            </a:lvl3pPr>
            <a:lvl4pPr lvl="3" rtl="0" algn="r">
              <a:spcBef>
                <a:spcPts val="0"/>
              </a:spcBef>
              <a:spcAft>
                <a:spcPts val="0"/>
              </a:spcAft>
              <a:buClr>
                <a:schemeClr val="lt1"/>
              </a:buClr>
              <a:buSzPts val="4800"/>
              <a:buNone/>
              <a:defRPr sz="4800">
                <a:solidFill>
                  <a:schemeClr val="lt1"/>
                </a:solidFill>
              </a:defRPr>
            </a:lvl4pPr>
            <a:lvl5pPr lvl="4" rtl="0" algn="r">
              <a:spcBef>
                <a:spcPts val="0"/>
              </a:spcBef>
              <a:spcAft>
                <a:spcPts val="0"/>
              </a:spcAft>
              <a:buClr>
                <a:schemeClr val="lt1"/>
              </a:buClr>
              <a:buSzPts val="4800"/>
              <a:buNone/>
              <a:defRPr sz="4800">
                <a:solidFill>
                  <a:schemeClr val="lt1"/>
                </a:solidFill>
              </a:defRPr>
            </a:lvl5pPr>
            <a:lvl6pPr lvl="5" rtl="0" algn="r">
              <a:spcBef>
                <a:spcPts val="0"/>
              </a:spcBef>
              <a:spcAft>
                <a:spcPts val="0"/>
              </a:spcAft>
              <a:buClr>
                <a:schemeClr val="lt1"/>
              </a:buClr>
              <a:buSzPts val="4800"/>
              <a:buNone/>
              <a:defRPr sz="4800">
                <a:solidFill>
                  <a:schemeClr val="lt1"/>
                </a:solidFill>
              </a:defRPr>
            </a:lvl6pPr>
            <a:lvl7pPr lvl="6" rtl="0" algn="r">
              <a:spcBef>
                <a:spcPts val="0"/>
              </a:spcBef>
              <a:spcAft>
                <a:spcPts val="0"/>
              </a:spcAft>
              <a:buClr>
                <a:schemeClr val="lt1"/>
              </a:buClr>
              <a:buSzPts val="4800"/>
              <a:buNone/>
              <a:defRPr sz="4800">
                <a:solidFill>
                  <a:schemeClr val="lt1"/>
                </a:solidFill>
              </a:defRPr>
            </a:lvl7pPr>
            <a:lvl8pPr lvl="7" rtl="0" algn="r">
              <a:spcBef>
                <a:spcPts val="0"/>
              </a:spcBef>
              <a:spcAft>
                <a:spcPts val="0"/>
              </a:spcAft>
              <a:buClr>
                <a:schemeClr val="lt1"/>
              </a:buClr>
              <a:buSzPts val="4800"/>
              <a:buNone/>
              <a:defRPr sz="4800">
                <a:solidFill>
                  <a:schemeClr val="lt1"/>
                </a:solidFill>
              </a:defRPr>
            </a:lvl8pPr>
            <a:lvl9pPr lvl="8" rtl="0" algn="r">
              <a:spcBef>
                <a:spcPts val="0"/>
              </a:spcBef>
              <a:spcAft>
                <a:spcPts val="0"/>
              </a:spcAft>
              <a:buClr>
                <a:schemeClr val="lt1"/>
              </a:buClr>
              <a:buSzPts val="4800"/>
              <a:buNone/>
              <a:defRPr sz="4800">
                <a:solidFill>
                  <a:schemeClr val="lt1"/>
                </a:solidFill>
              </a:defRPr>
            </a:lvl9pPr>
          </a:lstStyle>
          <a:p/>
        </p:txBody>
      </p:sp>
      <p:sp>
        <p:nvSpPr>
          <p:cNvPr id="433" name="Google Shape;433;p54"/>
          <p:cNvSpPr txBox="1"/>
          <p:nvPr>
            <p:ph idx="1" type="subTitle"/>
          </p:nvPr>
        </p:nvSpPr>
        <p:spPr>
          <a:xfrm>
            <a:off x="3607800" y="2278000"/>
            <a:ext cx="4519200" cy="744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400">
                <a:solidFill>
                  <a:schemeClr val="lt1"/>
                </a:solidFill>
              </a:defRPr>
            </a:lvl1pPr>
            <a:lvl2pPr lvl="1" rtl="0" algn="r">
              <a:lnSpc>
                <a:spcPct val="100000"/>
              </a:lnSpc>
              <a:spcBef>
                <a:spcPts val="0"/>
              </a:spcBef>
              <a:spcAft>
                <a:spcPts val="0"/>
              </a:spcAft>
              <a:buClr>
                <a:schemeClr val="lt1"/>
              </a:buClr>
              <a:buSzPts val="2800"/>
              <a:buNone/>
              <a:defRPr sz="2800">
                <a:solidFill>
                  <a:schemeClr val="lt1"/>
                </a:solidFill>
              </a:defRPr>
            </a:lvl2pPr>
            <a:lvl3pPr lvl="2" rtl="0" algn="r">
              <a:lnSpc>
                <a:spcPct val="100000"/>
              </a:lnSpc>
              <a:spcBef>
                <a:spcPts val="0"/>
              </a:spcBef>
              <a:spcAft>
                <a:spcPts val="0"/>
              </a:spcAft>
              <a:buClr>
                <a:schemeClr val="lt1"/>
              </a:buClr>
              <a:buSzPts val="2800"/>
              <a:buNone/>
              <a:defRPr sz="2800">
                <a:solidFill>
                  <a:schemeClr val="lt1"/>
                </a:solidFill>
              </a:defRPr>
            </a:lvl3pPr>
            <a:lvl4pPr lvl="3" rtl="0" algn="r">
              <a:lnSpc>
                <a:spcPct val="100000"/>
              </a:lnSpc>
              <a:spcBef>
                <a:spcPts val="0"/>
              </a:spcBef>
              <a:spcAft>
                <a:spcPts val="0"/>
              </a:spcAft>
              <a:buClr>
                <a:schemeClr val="lt1"/>
              </a:buClr>
              <a:buSzPts val="2800"/>
              <a:buNone/>
              <a:defRPr sz="2800">
                <a:solidFill>
                  <a:schemeClr val="lt1"/>
                </a:solidFill>
              </a:defRPr>
            </a:lvl4pPr>
            <a:lvl5pPr lvl="4" rtl="0" algn="r">
              <a:lnSpc>
                <a:spcPct val="100000"/>
              </a:lnSpc>
              <a:spcBef>
                <a:spcPts val="0"/>
              </a:spcBef>
              <a:spcAft>
                <a:spcPts val="0"/>
              </a:spcAft>
              <a:buClr>
                <a:schemeClr val="lt1"/>
              </a:buClr>
              <a:buSzPts val="2800"/>
              <a:buNone/>
              <a:defRPr sz="2800">
                <a:solidFill>
                  <a:schemeClr val="lt1"/>
                </a:solidFill>
              </a:defRPr>
            </a:lvl5pPr>
            <a:lvl6pPr lvl="5" rtl="0" algn="r">
              <a:lnSpc>
                <a:spcPct val="100000"/>
              </a:lnSpc>
              <a:spcBef>
                <a:spcPts val="0"/>
              </a:spcBef>
              <a:spcAft>
                <a:spcPts val="0"/>
              </a:spcAft>
              <a:buClr>
                <a:schemeClr val="lt1"/>
              </a:buClr>
              <a:buSzPts val="2800"/>
              <a:buNone/>
              <a:defRPr sz="2800">
                <a:solidFill>
                  <a:schemeClr val="lt1"/>
                </a:solidFill>
              </a:defRPr>
            </a:lvl6pPr>
            <a:lvl7pPr lvl="6" rtl="0" algn="r">
              <a:lnSpc>
                <a:spcPct val="100000"/>
              </a:lnSpc>
              <a:spcBef>
                <a:spcPts val="0"/>
              </a:spcBef>
              <a:spcAft>
                <a:spcPts val="0"/>
              </a:spcAft>
              <a:buClr>
                <a:schemeClr val="lt1"/>
              </a:buClr>
              <a:buSzPts val="2800"/>
              <a:buNone/>
              <a:defRPr sz="2800">
                <a:solidFill>
                  <a:schemeClr val="lt1"/>
                </a:solidFill>
              </a:defRPr>
            </a:lvl7pPr>
            <a:lvl8pPr lvl="7" rtl="0" algn="r">
              <a:lnSpc>
                <a:spcPct val="100000"/>
              </a:lnSpc>
              <a:spcBef>
                <a:spcPts val="0"/>
              </a:spcBef>
              <a:spcAft>
                <a:spcPts val="0"/>
              </a:spcAft>
              <a:buClr>
                <a:schemeClr val="lt1"/>
              </a:buClr>
              <a:buSzPts val="2800"/>
              <a:buNone/>
              <a:defRPr sz="2800">
                <a:solidFill>
                  <a:schemeClr val="lt1"/>
                </a:solidFill>
              </a:defRPr>
            </a:lvl8pPr>
            <a:lvl9pPr lvl="8" rtl="0" algn="r">
              <a:lnSpc>
                <a:spcPct val="100000"/>
              </a:lnSpc>
              <a:spcBef>
                <a:spcPts val="0"/>
              </a:spcBef>
              <a:spcAft>
                <a:spcPts val="0"/>
              </a:spcAft>
              <a:buClr>
                <a:schemeClr val="lt1"/>
              </a:buClr>
              <a:buSzPts val="2800"/>
              <a:buNone/>
              <a:defRPr sz="2800">
                <a:solidFill>
                  <a:schemeClr val="lt1"/>
                </a:solidFill>
              </a:defRPr>
            </a:lvl9pPr>
          </a:lstStyle>
          <a:p/>
        </p:txBody>
      </p:sp>
      <p:sp>
        <p:nvSpPr>
          <p:cNvPr id="434" name="Google Shape;434;p54"/>
          <p:cNvSpPr txBox="1"/>
          <p:nvPr>
            <p:ph idx="2" type="subTitle"/>
          </p:nvPr>
        </p:nvSpPr>
        <p:spPr>
          <a:xfrm>
            <a:off x="3607800" y="1769750"/>
            <a:ext cx="4519200" cy="510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Alfa Slab One"/>
              <a:buNone/>
              <a:defRPr>
                <a:solidFill>
                  <a:schemeClr val="lt1"/>
                </a:solidFill>
                <a:latin typeface="Alfa Slab One"/>
                <a:ea typeface="Alfa Slab One"/>
                <a:cs typeface="Alfa Slab One"/>
                <a:sym typeface="Alfa Slab 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435" name="Google Shape;435;p54"/>
          <p:cNvSpPr txBox="1"/>
          <p:nvPr/>
        </p:nvSpPr>
        <p:spPr>
          <a:xfrm>
            <a:off x="3508050" y="3477600"/>
            <a:ext cx="4718700" cy="55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chemeClr val="accent1"/>
                </a:solidFill>
                <a:latin typeface="Roboto"/>
                <a:ea typeface="Roboto"/>
                <a:cs typeface="Roboto"/>
                <a:sym typeface="Roboto"/>
              </a:rPr>
              <a:t>CREDITS:</a:t>
            </a:r>
            <a:r>
              <a:rPr lang="en" sz="1200">
                <a:solidFill>
                  <a:schemeClr val="lt1"/>
                </a:solidFill>
                <a:latin typeface="Roboto"/>
                <a:ea typeface="Roboto"/>
                <a:cs typeface="Roboto"/>
                <a:sym typeface="Roboto"/>
              </a:rPr>
              <a:t> This presentation template was created by </a:t>
            </a:r>
            <a:r>
              <a:rPr b="1" lang="en" sz="1200">
                <a:solidFill>
                  <a:schemeClr val="accent1"/>
                </a:solidFill>
                <a:uFill>
                  <a:noFill/>
                </a:uFill>
                <a:latin typeface="Roboto"/>
                <a:ea typeface="Roboto"/>
                <a:cs typeface="Roboto"/>
                <a:sym typeface="Roboto"/>
                <a:hlinkClick r:id="rId2">
                  <a:extLst>
                    <a:ext uri="{A12FA001-AC4F-418D-AE19-62706E023703}">
                      <ahyp:hlinkClr val="tx"/>
                    </a:ext>
                  </a:extLst>
                </a:hlinkClick>
              </a:rPr>
              <a:t>Slidesgo</a:t>
            </a:r>
            <a:r>
              <a:rPr b="1" lang="en" sz="1200">
                <a:solidFill>
                  <a:schemeClr val="accent6"/>
                </a:solidFill>
                <a:latin typeface="Roboto"/>
                <a:ea typeface="Roboto"/>
                <a:cs typeface="Roboto"/>
                <a:sym typeface="Roboto"/>
              </a:rPr>
              <a:t>,</a:t>
            </a:r>
            <a:r>
              <a:rPr lang="en" sz="1200">
                <a:solidFill>
                  <a:schemeClr val="lt1"/>
                </a:solidFill>
                <a:latin typeface="Roboto"/>
                <a:ea typeface="Roboto"/>
                <a:cs typeface="Roboto"/>
                <a:sym typeface="Roboto"/>
              </a:rPr>
              <a:t> including icons by </a:t>
            </a:r>
            <a:r>
              <a:rPr b="1" lang="en" sz="1200">
                <a:solidFill>
                  <a:schemeClr val="accent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lt1"/>
                </a:solidFill>
                <a:latin typeface="Roboto"/>
                <a:ea typeface="Roboto"/>
                <a:cs typeface="Roboto"/>
                <a:sym typeface="Roboto"/>
              </a:rPr>
              <a:t>, and infographics &amp; images by </a:t>
            </a:r>
            <a:r>
              <a:rPr b="1" lang="en" sz="1200">
                <a:solidFill>
                  <a:schemeClr val="accent1"/>
                </a:solidFill>
                <a:uFill>
                  <a:noFill/>
                </a:uFill>
                <a:latin typeface="Roboto"/>
                <a:ea typeface="Roboto"/>
                <a:cs typeface="Roboto"/>
                <a:sym typeface="Roboto"/>
                <a:hlinkClick r:id="rId4">
                  <a:extLst>
                    <a:ext uri="{A12FA001-AC4F-418D-AE19-62706E023703}">
                      <ahyp:hlinkClr val="tx"/>
                    </a:ext>
                  </a:extLst>
                </a:hlinkClick>
              </a:rPr>
              <a:t>Freepik</a:t>
            </a:r>
            <a:endParaRPr b="1" sz="1200">
              <a:solidFill>
                <a:schemeClr val="accent1"/>
              </a:solidFill>
              <a:latin typeface="Roboto"/>
              <a:ea typeface="Roboto"/>
              <a:cs typeface="Roboto"/>
              <a:sym typeface="Roboto"/>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_1_1_1_1_1_1_1_1_1">
    <p:bg>
      <p:bgPr>
        <a:solidFill>
          <a:schemeClr val="dk1"/>
        </a:solidFill>
      </p:bgPr>
    </p:bg>
    <p:spTree>
      <p:nvGrpSpPr>
        <p:cNvPr id="436" name="Shape 436"/>
        <p:cNvGrpSpPr/>
        <p:nvPr/>
      </p:nvGrpSpPr>
      <p:grpSpPr>
        <a:xfrm>
          <a:off x="0" y="0"/>
          <a:ext cx="0" cy="0"/>
          <a:chOff x="0" y="0"/>
          <a:chExt cx="0" cy="0"/>
        </a:xfrm>
      </p:grpSpPr>
      <p:sp>
        <p:nvSpPr>
          <p:cNvPr id="437" name="Google Shape;437;p55"/>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_1_1_1_1_1_1_1_1_1">
    <p:bg>
      <p:bgPr>
        <a:solidFill>
          <a:schemeClr val="dk1"/>
        </a:solidFill>
      </p:bgPr>
    </p:bg>
    <p:spTree>
      <p:nvGrpSpPr>
        <p:cNvPr id="438" name="Shape 438"/>
        <p:cNvGrpSpPr/>
        <p:nvPr/>
      </p:nvGrpSpPr>
      <p:grpSpPr>
        <a:xfrm>
          <a:off x="0" y="0"/>
          <a:ext cx="0" cy="0"/>
          <a:chOff x="0" y="0"/>
          <a:chExt cx="0" cy="0"/>
        </a:xfrm>
      </p:grpSpPr>
      <p:grpSp>
        <p:nvGrpSpPr>
          <p:cNvPr id="439" name="Google Shape;439;p56"/>
          <p:cNvGrpSpPr/>
          <p:nvPr/>
        </p:nvGrpSpPr>
        <p:grpSpPr>
          <a:xfrm>
            <a:off x="713225" y="539500"/>
            <a:ext cx="7717500" cy="4064400"/>
            <a:chOff x="713225" y="539500"/>
            <a:chExt cx="7717500" cy="4064400"/>
          </a:xfrm>
        </p:grpSpPr>
        <p:sp>
          <p:nvSpPr>
            <p:cNvPr id="440" name="Google Shape;440;p56"/>
            <p:cNvSpPr/>
            <p:nvPr/>
          </p:nvSpPr>
          <p:spPr>
            <a:xfrm>
              <a:off x="713225" y="539500"/>
              <a:ext cx="7717500" cy="40644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 name="Google Shape;441;p56"/>
            <p:cNvCxnSpPr/>
            <p:nvPr/>
          </p:nvCxnSpPr>
          <p:spPr>
            <a:xfrm>
              <a:off x="734825" y="1102075"/>
              <a:ext cx="7674300" cy="0"/>
            </a:xfrm>
            <a:prstGeom prst="straightConnector1">
              <a:avLst/>
            </a:prstGeom>
            <a:noFill/>
            <a:ln cap="flat" cmpd="sng" w="38100">
              <a:solidFill>
                <a:schemeClr val="accent1"/>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50" y="539525"/>
            <a:ext cx="77175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Alfa Slab One"/>
              <a:buNone/>
              <a:defRPr sz="2800">
                <a:solidFill>
                  <a:schemeClr val="dk1"/>
                </a:solidFill>
                <a:latin typeface="Alfa Slab One"/>
                <a:ea typeface="Alfa Slab One"/>
                <a:cs typeface="Alfa Slab One"/>
                <a:sym typeface="Alfa Slab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13250" y="1246975"/>
            <a:ext cx="7717500" cy="3357000"/>
          </a:xfrm>
          <a:prstGeom prst="rect">
            <a:avLst/>
          </a:prstGeom>
          <a:noFill/>
          <a:ln>
            <a:noFill/>
          </a:ln>
        </p:spPr>
        <p:txBody>
          <a:bodyPr anchorCtr="0" anchor="ctr"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7"/>
          <p:cNvSpPr txBox="1"/>
          <p:nvPr>
            <p:ph type="ctrTitle"/>
          </p:nvPr>
        </p:nvSpPr>
        <p:spPr>
          <a:xfrm>
            <a:off x="2048825" y="848600"/>
            <a:ext cx="5046300" cy="1030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SportsBetPro</a:t>
            </a:r>
            <a:endParaRPr/>
          </a:p>
        </p:txBody>
      </p:sp>
      <p:sp>
        <p:nvSpPr>
          <p:cNvPr id="447" name="Google Shape;447;p57"/>
          <p:cNvSpPr txBox="1"/>
          <p:nvPr>
            <p:ph idx="1" type="subTitle"/>
          </p:nvPr>
        </p:nvSpPr>
        <p:spPr>
          <a:xfrm>
            <a:off x="2048825" y="3798375"/>
            <a:ext cx="5046300" cy="44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a:t>
            </a:r>
            <a:r>
              <a:rPr lang="en"/>
              <a:t>Jonah </a:t>
            </a:r>
            <a:r>
              <a:rPr lang="en"/>
              <a:t>Grossman, Toufiq Hossain, Sean Wei, Naveen  Sukumar</a:t>
            </a:r>
            <a:endParaRPr/>
          </a:p>
        </p:txBody>
      </p:sp>
      <p:sp>
        <p:nvSpPr>
          <p:cNvPr id="448" name="Google Shape;448;p57"/>
          <p:cNvSpPr txBox="1"/>
          <p:nvPr>
            <p:ph idx="2" type="subTitle"/>
          </p:nvPr>
        </p:nvSpPr>
        <p:spPr>
          <a:xfrm>
            <a:off x="2902475" y="1879100"/>
            <a:ext cx="3339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sz="1600"/>
              <a:t>Enhancing Predictive Modeling for Sports Betting</a:t>
            </a:r>
            <a:endParaRPr sz="1600"/>
          </a:p>
        </p:txBody>
      </p:sp>
      <p:grpSp>
        <p:nvGrpSpPr>
          <p:cNvPr id="449" name="Google Shape;449;p57"/>
          <p:cNvGrpSpPr/>
          <p:nvPr/>
        </p:nvGrpSpPr>
        <p:grpSpPr>
          <a:xfrm>
            <a:off x="4259475" y="2709406"/>
            <a:ext cx="624975" cy="624950"/>
            <a:chOff x="4259475" y="2709406"/>
            <a:chExt cx="624975" cy="624950"/>
          </a:xfrm>
        </p:grpSpPr>
        <p:sp>
          <p:nvSpPr>
            <p:cNvPr id="450" name="Google Shape;450;p57"/>
            <p:cNvSpPr/>
            <p:nvPr/>
          </p:nvSpPr>
          <p:spPr>
            <a:xfrm>
              <a:off x="4275975" y="2725906"/>
              <a:ext cx="591950" cy="592400"/>
            </a:xfrm>
            <a:custGeom>
              <a:rect b="b" l="l" r="r" t="t"/>
              <a:pathLst>
                <a:path extrusionOk="0" h="23696" w="23678">
                  <a:moveTo>
                    <a:pt x="11848" y="0"/>
                  </a:moveTo>
                  <a:cubicBezTo>
                    <a:pt x="5300" y="0"/>
                    <a:pt x="1" y="5300"/>
                    <a:pt x="1" y="11848"/>
                  </a:cubicBezTo>
                  <a:cubicBezTo>
                    <a:pt x="1" y="18378"/>
                    <a:pt x="5300" y="23695"/>
                    <a:pt x="11848" y="23695"/>
                  </a:cubicBezTo>
                  <a:cubicBezTo>
                    <a:pt x="18379" y="23695"/>
                    <a:pt x="23678" y="18378"/>
                    <a:pt x="23678" y="11848"/>
                  </a:cubicBezTo>
                  <a:cubicBezTo>
                    <a:pt x="23678" y="5300"/>
                    <a:pt x="18379" y="0"/>
                    <a:pt x="118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7"/>
            <p:cNvSpPr/>
            <p:nvPr/>
          </p:nvSpPr>
          <p:spPr>
            <a:xfrm>
              <a:off x="4259475" y="2709406"/>
              <a:ext cx="624975" cy="624950"/>
            </a:xfrm>
            <a:custGeom>
              <a:rect b="b" l="l" r="r" t="t"/>
              <a:pathLst>
                <a:path extrusionOk="0" h="24998" w="24999">
                  <a:moveTo>
                    <a:pt x="12508" y="1321"/>
                  </a:moveTo>
                  <a:cubicBezTo>
                    <a:pt x="14364" y="1321"/>
                    <a:pt x="16130" y="1785"/>
                    <a:pt x="17683" y="2587"/>
                  </a:cubicBezTo>
                  <a:cubicBezTo>
                    <a:pt x="16666" y="6852"/>
                    <a:pt x="14524" y="11045"/>
                    <a:pt x="12223" y="14631"/>
                  </a:cubicBezTo>
                  <a:cubicBezTo>
                    <a:pt x="11063" y="13650"/>
                    <a:pt x="10296" y="12098"/>
                    <a:pt x="9992" y="10117"/>
                  </a:cubicBezTo>
                  <a:cubicBezTo>
                    <a:pt x="9903" y="9510"/>
                    <a:pt x="9867" y="8904"/>
                    <a:pt x="9867" y="8261"/>
                  </a:cubicBezTo>
                  <a:cubicBezTo>
                    <a:pt x="9867" y="6067"/>
                    <a:pt x="10403" y="3694"/>
                    <a:pt x="11420" y="1392"/>
                  </a:cubicBezTo>
                  <a:cubicBezTo>
                    <a:pt x="11420" y="1392"/>
                    <a:pt x="11420" y="1374"/>
                    <a:pt x="11420" y="1374"/>
                  </a:cubicBezTo>
                  <a:cubicBezTo>
                    <a:pt x="11777" y="1338"/>
                    <a:pt x="12133" y="1321"/>
                    <a:pt x="12508" y="1321"/>
                  </a:cubicBezTo>
                  <a:close/>
                  <a:moveTo>
                    <a:pt x="18646" y="3158"/>
                  </a:moveTo>
                  <a:cubicBezTo>
                    <a:pt x="21073" y="4764"/>
                    <a:pt x="22839" y="7262"/>
                    <a:pt x="23446" y="10188"/>
                  </a:cubicBezTo>
                  <a:cubicBezTo>
                    <a:pt x="22322" y="11901"/>
                    <a:pt x="20948" y="13311"/>
                    <a:pt x="19449" y="14310"/>
                  </a:cubicBezTo>
                  <a:cubicBezTo>
                    <a:pt x="18038" y="15254"/>
                    <a:pt x="16620" y="15734"/>
                    <a:pt x="15313" y="15734"/>
                  </a:cubicBezTo>
                  <a:cubicBezTo>
                    <a:pt x="14620" y="15734"/>
                    <a:pt x="13959" y="15599"/>
                    <a:pt x="13347" y="15327"/>
                  </a:cubicBezTo>
                  <a:cubicBezTo>
                    <a:pt x="13258" y="15291"/>
                    <a:pt x="13186" y="15256"/>
                    <a:pt x="13097" y="15220"/>
                  </a:cubicBezTo>
                  <a:cubicBezTo>
                    <a:pt x="15434" y="11634"/>
                    <a:pt x="17575" y="7423"/>
                    <a:pt x="18646" y="3158"/>
                  </a:cubicBezTo>
                  <a:close/>
                  <a:moveTo>
                    <a:pt x="10171" y="1553"/>
                  </a:moveTo>
                  <a:cubicBezTo>
                    <a:pt x="8975" y="4514"/>
                    <a:pt x="8529" y="7601"/>
                    <a:pt x="8940" y="10278"/>
                  </a:cubicBezTo>
                  <a:cubicBezTo>
                    <a:pt x="9279" y="12579"/>
                    <a:pt x="10224" y="14399"/>
                    <a:pt x="11616" y="15523"/>
                  </a:cubicBezTo>
                  <a:cubicBezTo>
                    <a:pt x="11295" y="16005"/>
                    <a:pt x="10974" y="16451"/>
                    <a:pt x="10653" y="16897"/>
                  </a:cubicBezTo>
                  <a:cubicBezTo>
                    <a:pt x="8636" y="15541"/>
                    <a:pt x="7155" y="14060"/>
                    <a:pt x="6103" y="12758"/>
                  </a:cubicBezTo>
                  <a:cubicBezTo>
                    <a:pt x="4069" y="10206"/>
                    <a:pt x="3248" y="7797"/>
                    <a:pt x="2945" y="6673"/>
                  </a:cubicBezTo>
                  <a:cubicBezTo>
                    <a:pt x="4533" y="4104"/>
                    <a:pt x="7120" y="2213"/>
                    <a:pt x="10171" y="1553"/>
                  </a:cubicBezTo>
                  <a:close/>
                  <a:moveTo>
                    <a:pt x="2249" y="8047"/>
                  </a:moveTo>
                  <a:cubicBezTo>
                    <a:pt x="2713" y="9385"/>
                    <a:pt x="3605" y="11312"/>
                    <a:pt x="5228" y="13364"/>
                  </a:cubicBezTo>
                  <a:cubicBezTo>
                    <a:pt x="6549" y="15042"/>
                    <a:pt x="8155" y="16523"/>
                    <a:pt x="10010" y="17772"/>
                  </a:cubicBezTo>
                  <a:cubicBezTo>
                    <a:pt x="9707" y="18200"/>
                    <a:pt x="9386" y="18610"/>
                    <a:pt x="9082" y="18985"/>
                  </a:cubicBezTo>
                  <a:cubicBezTo>
                    <a:pt x="7976" y="18432"/>
                    <a:pt x="6656" y="17932"/>
                    <a:pt x="5103" y="17575"/>
                  </a:cubicBezTo>
                  <a:cubicBezTo>
                    <a:pt x="3962" y="17308"/>
                    <a:pt x="2998" y="17040"/>
                    <a:pt x="2159" y="16772"/>
                  </a:cubicBezTo>
                  <a:cubicBezTo>
                    <a:pt x="1606" y="15452"/>
                    <a:pt x="1303" y="14007"/>
                    <a:pt x="1303" y="12508"/>
                  </a:cubicBezTo>
                  <a:cubicBezTo>
                    <a:pt x="1303" y="10920"/>
                    <a:pt x="1642" y="9403"/>
                    <a:pt x="2249" y="8047"/>
                  </a:cubicBezTo>
                  <a:close/>
                  <a:moveTo>
                    <a:pt x="23660" y="11741"/>
                  </a:moveTo>
                  <a:cubicBezTo>
                    <a:pt x="23678" y="11991"/>
                    <a:pt x="23696" y="12258"/>
                    <a:pt x="23696" y="12508"/>
                  </a:cubicBezTo>
                  <a:cubicBezTo>
                    <a:pt x="23696" y="15809"/>
                    <a:pt x="22250" y="18771"/>
                    <a:pt x="19984" y="20823"/>
                  </a:cubicBezTo>
                  <a:cubicBezTo>
                    <a:pt x="16505" y="20002"/>
                    <a:pt x="13739" y="18806"/>
                    <a:pt x="11563" y="17486"/>
                  </a:cubicBezTo>
                  <a:cubicBezTo>
                    <a:pt x="11884" y="17040"/>
                    <a:pt x="12187" y="16594"/>
                    <a:pt x="12508" y="16112"/>
                  </a:cubicBezTo>
                  <a:cubicBezTo>
                    <a:pt x="12633" y="16184"/>
                    <a:pt x="12776" y="16255"/>
                    <a:pt x="12901" y="16308"/>
                  </a:cubicBezTo>
                  <a:cubicBezTo>
                    <a:pt x="13658" y="16646"/>
                    <a:pt x="14468" y="16813"/>
                    <a:pt x="15309" y="16813"/>
                  </a:cubicBezTo>
                  <a:cubicBezTo>
                    <a:pt x="16827" y="16813"/>
                    <a:pt x="18449" y="16270"/>
                    <a:pt x="20056" y="15202"/>
                  </a:cubicBezTo>
                  <a:cubicBezTo>
                    <a:pt x="21376" y="14328"/>
                    <a:pt x="22589" y="13150"/>
                    <a:pt x="23660" y="11741"/>
                  </a:cubicBezTo>
                  <a:close/>
                  <a:moveTo>
                    <a:pt x="2820" y="18093"/>
                  </a:moveTo>
                  <a:cubicBezTo>
                    <a:pt x="3426" y="18271"/>
                    <a:pt x="4104" y="18450"/>
                    <a:pt x="4854" y="18628"/>
                  </a:cubicBezTo>
                  <a:cubicBezTo>
                    <a:pt x="6228" y="18931"/>
                    <a:pt x="7387" y="19377"/>
                    <a:pt x="8387" y="19859"/>
                  </a:cubicBezTo>
                  <a:cubicBezTo>
                    <a:pt x="7726" y="20644"/>
                    <a:pt x="7102" y="21340"/>
                    <a:pt x="6531" y="21965"/>
                  </a:cubicBezTo>
                  <a:cubicBezTo>
                    <a:pt x="4996" y="20983"/>
                    <a:pt x="3712" y="19663"/>
                    <a:pt x="2820" y="18093"/>
                  </a:cubicBezTo>
                  <a:close/>
                  <a:moveTo>
                    <a:pt x="10920" y="18360"/>
                  </a:moveTo>
                  <a:cubicBezTo>
                    <a:pt x="11170" y="18521"/>
                    <a:pt x="11438" y="18681"/>
                    <a:pt x="11705" y="18842"/>
                  </a:cubicBezTo>
                  <a:cubicBezTo>
                    <a:pt x="13846" y="20038"/>
                    <a:pt x="16255" y="20983"/>
                    <a:pt x="18914" y="21661"/>
                  </a:cubicBezTo>
                  <a:cubicBezTo>
                    <a:pt x="17486" y="22660"/>
                    <a:pt x="15827" y="23338"/>
                    <a:pt x="14043" y="23588"/>
                  </a:cubicBezTo>
                  <a:lnTo>
                    <a:pt x="14168" y="23517"/>
                  </a:lnTo>
                  <a:cubicBezTo>
                    <a:pt x="14114" y="23392"/>
                    <a:pt x="12990" y="21304"/>
                    <a:pt x="10028" y="19520"/>
                  </a:cubicBezTo>
                  <a:cubicBezTo>
                    <a:pt x="10331" y="19145"/>
                    <a:pt x="10617" y="18753"/>
                    <a:pt x="10920" y="18360"/>
                  </a:cubicBezTo>
                  <a:close/>
                  <a:moveTo>
                    <a:pt x="9350" y="20377"/>
                  </a:moveTo>
                  <a:cubicBezTo>
                    <a:pt x="11473" y="21626"/>
                    <a:pt x="12580" y="23053"/>
                    <a:pt x="13008" y="23677"/>
                  </a:cubicBezTo>
                  <a:cubicBezTo>
                    <a:pt x="12847" y="23695"/>
                    <a:pt x="12669" y="23695"/>
                    <a:pt x="12508" y="23695"/>
                  </a:cubicBezTo>
                  <a:cubicBezTo>
                    <a:pt x="10706" y="23695"/>
                    <a:pt x="8993" y="23267"/>
                    <a:pt x="7494" y="22500"/>
                  </a:cubicBezTo>
                  <a:cubicBezTo>
                    <a:pt x="8065" y="21875"/>
                    <a:pt x="8690" y="21162"/>
                    <a:pt x="9350" y="20377"/>
                  </a:cubicBezTo>
                  <a:close/>
                  <a:moveTo>
                    <a:pt x="12508" y="0"/>
                  </a:moveTo>
                  <a:cubicBezTo>
                    <a:pt x="5603" y="0"/>
                    <a:pt x="0" y="5621"/>
                    <a:pt x="0" y="12508"/>
                  </a:cubicBezTo>
                  <a:cubicBezTo>
                    <a:pt x="0" y="19395"/>
                    <a:pt x="5603" y="24998"/>
                    <a:pt x="12508" y="24998"/>
                  </a:cubicBezTo>
                  <a:cubicBezTo>
                    <a:pt x="19395" y="24998"/>
                    <a:pt x="24998" y="19395"/>
                    <a:pt x="24998" y="12508"/>
                  </a:cubicBezTo>
                  <a:cubicBezTo>
                    <a:pt x="24998" y="5621"/>
                    <a:pt x="19395" y="0"/>
                    <a:pt x="125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 name="Google Shape;452;p57"/>
          <p:cNvGrpSpPr/>
          <p:nvPr/>
        </p:nvGrpSpPr>
        <p:grpSpPr>
          <a:xfrm>
            <a:off x="5150900" y="2709406"/>
            <a:ext cx="624975" cy="624950"/>
            <a:chOff x="5150900" y="2709406"/>
            <a:chExt cx="624975" cy="624950"/>
          </a:xfrm>
        </p:grpSpPr>
        <p:sp>
          <p:nvSpPr>
            <p:cNvPr id="453" name="Google Shape;453;p57"/>
            <p:cNvSpPr/>
            <p:nvPr/>
          </p:nvSpPr>
          <p:spPr>
            <a:xfrm flipH="1" rot="10800000">
              <a:off x="5167400" y="2725456"/>
              <a:ext cx="591950" cy="592400"/>
            </a:xfrm>
            <a:custGeom>
              <a:rect b="b" l="l" r="r" t="t"/>
              <a:pathLst>
                <a:path extrusionOk="0" h="23696" w="23678">
                  <a:moveTo>
                    <a:pt x="11848" y="0"/>
                  </a:moveTo>
                  <a:cubicBezTo>
                    <a:pt x="5300" y="0"/>
                    <a:pt x="1" y="5300"/>
                    <a:pt x="1" y="11848"/>
                  </a:cubicBezTo>
                  <a:cubicBezTo>
                    <a:pt x="1" y="18378"/>
                    <a:pt x="5300" y="23695"/>
                    <a:pt x="11848" y="23695"/>
                  </a:cubicBezTo>
                  <a:cubicBezTo>
                    <a:pt x="18379" y="23695"/>
                    <a:pt x="23678" y="18378"/>
                    <a:pt x="23678" y="11848"/>
                  </a:cubicBezTo>
                  <a:cubicBezTo>
                    <a:pt x="23678" y="5300"/>
                    <a:pt x="18379" y="0"/>
                    <a:pt x="118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7"/>
            <p:cNvSpPr/>
            <p:nvPr/>
          </p:nvSpPr>
          <p:spPr>
            <a:xfrm flipH="1" rot="10800000">
              <a:off x="5150900" y="2709406"/>
              <a:ext cx="624975" cy="624950"/>
            </a:xfrm>
            <a:custGeom>
              <a:rect b="b" l="l" r="r" t="t"/>
              <a:pathLst>
                <a:path extrusionOk="0" h="24998" w="24999">
                  <a:moveTo>
                    <a:pt x="12508" y="1321"/>
                  </a:moveTo>
                  <a:cubicBezTo>
                    <a:pt x="14364" y="1321"/>
                    <a:pt x="16130" y="1785"/>
                    <a:pt x="17683" y="2587"/>
                  </a:cubicBezTo>
                  <a:cubicBezTo>
                    <a:pt x="16666" y="6852"/>
                    <a:pt x="14524" y="11045"/>
                    <a:pt x="12223" y="14631"/>
                  </a:cubicBezTo>
                  <a:cubicBezTo>
                    <a:pt x="11063" y="13650"/>
                    <a:pt x="10296" y="12098"/>
                    <a:pt x="9992" y="10117"/>
                  </a:cubicBezTo>
                  <a:cubicBezTo>
                    <a:pt x="9903" y="9510"/>
                    <a:pt x="9867" y="8904"/>
                    <a:pt x="9867" y="8261"/>
                  </a:cubicBezTo>
                  <a:cubicBezTo>
                    <a:pt x="9867" y="6067"/>
                    <a:pt x="10403" y="3694"/>
                    <a:pt x="11420" y="1392"/>
                  </a:cubicBezTo>
                  <a:cubicBezTo>
                    <a:pt x="11420" y="1392"/>
                    <a:pt x="11420" y="1374"/>
                    <a:pt x="11420" y="1374"/>
                  </a:cubicBezTo>
                  <a:cubicBezTo>
                    <a:pt x="11777" y="1338"/>
                    <a:pt x="12133" y="1321"/>
                    <a:pt x="12508" y="1321"/>
                  </a:cubicBezTo>
                  <a:close/>
                  <a:moveTo>
                    <a:pt x="18646" y="3158"/>
                  </a:moveTo>
                  <a:cubicBezTo>
                    <a:pt x="21073" y="4764"/>
                    <a:pt x="22839" y="7262"/>
                    <a:pt x="23446" y="10188"/>
                  </a:cubicBezTo>
                  <a:cubicBezTo>
                    <a:pt x="22322" y="11901"/>
                    <a:pt x="20948" y="13311"/>
                    <a:pt x="19449" y="14310"/>
                  </a:cubicBezTo>
                  <a:cubicBezTo>
                    <a:pt x="18038" y="15254"/>
                    <a:pt x="16620" y="15734"/>
                    <a:pt x="15313" y="15734"/>
                  </a:cubicBezTo>
                  <a:cubicBezTo>
                    <a:pt x="14620" y="15734"/>
                    <a:pt x="13959" y="15599"/>
                    <a:pt x="13347" y="15327"/>
                  </a:cubicBezTo>
                  <a:cubicBezTo>
                    <a:pt x="13258" y="15291"/>
                    <a:pt x="13186" y="15256"/>
                    <a:pt x="13097" y="15220"/>
                  </a:cubicBezTo>
                  <a:cubicBezTo>
                    <a:pt x="15434" y="11634"/>
                    <a:pt x="17575" y="7423"/>
                    <a:pt x="18646" y="3158"/>
                  </a:cubicBezTo>
                  <a:close/>
                  <a:moveTo>
                    <a:pt x="10171" y="1553"/>
                  </a:moveTo>
                  <a:cubicBezTo>
                    <a:pt x="8975" y="4514"/>
                    <a:pt x="8529" y="7601"/>
                    <a:pt x="8940" y="10278"/>
                  </a:cubicBezTo>
                  <a:cubicBezTo>
                    <a:pt x="9279" y="12579"/>
                    <a:pt x="10224" y="14399"/>
                    <a:pt x="11616" y="15523"/>
                  </a:cubicBezTo>
                  <a:cubicBezTo>
                    <a:pt x="11295" y="16005"/>
                    <a:pt x="10974" y="16451"/>
                    <a:pt x="10653" y="16897"/>
                  </a:cubicBezTo>
                  <a:cubicBezTo>
                    <a:pt x="8636" y="15541"/>
                    <a:pt x="7155" y="14060"/>
                    <a:pt x="6103" y="12758"/>
                  </a:cubicBezTo>
                  <a:cubicBezTo>
                    <a:pt x="4069" y="10206"/>
                    <a:pt x="3248" y="7797"/>
                    <a:pt x="2945" y="6673"/>
                  </a:cubicBezTo>
                  <a:cubicBezTo>
                    <a:pt x="4533" y="4104"/>
                    <a:pt x="7120" y="2213"/>
                    <a:pt x="10171" y="1553"/>
                  </a:cubicBezTo>
                  <a:close/>
                  <a:moveTo>
                    <a:pt x="2249" y="8047"/>
                  </a:moveTo>
                  <a:cubicBezTo>
                    <a:pt x="2713" y="9385"/>
                    <a:pt x="3605" y="11312"/>
                    <a:pt x="5228" y="13364"/>
                  </a:cubicBezTo>
                  <a:cubicBezTo>
                    <a:pt x="6549" y="15042"/>
                    <a:pt x="8155" y="16523"/>
                    <a:pt x="10010" y="17772"/>
                  </a:cubicBezTo>
                  <a:cubicBezTo>
                    <a:pt x="9707" y="18200"/>
                    <a:pt x="9386" y="18610"/>
                    <a:pt x="9082" y="18985"/>
                  </a:cubicBezTo>
                  <a:cubicBezTo>
                    <a:pt x="7976" y="18432"/>
                    <a:pt x="6656" y="17932"/>
                    <a:pt x="5103" y="17575"/>
                  </a:cubicBezTo>
                  <a:cubicBezTo>
                    <a:pt x="3962" y="17308"/>
                    <a:pt x="2998" y="17040"/>
                    <a:pt x="2159" y="16772"/>
                  </a:cubicBezTo>
                  <a:cubicBezTo>
                    <a:pt x="1606" y="15452"/>
                    <a:pt x="1303" y="14007"/>
                    <a:pt x="1303" y="12508"/>
                  </a:cubicBezTo>
                  <a:cubicBezTo>
                    <a:pt x="1303" y="10920"/>
                    <a:pt x="1642" y="9403"/>
                    <a:pt x="2249" y="8047"/>
                  </a:cubicBezTo>
                  <a:close/>
                  <a:moveTo>
                    <a:pt x="23660" y="11741"/>
                  </a:moveTo>
                  <a:cubicBezTo>
                    <a:pt x="23678" y="11991"/>
                    <a:pt x="23696" y="12258"/>
                    <a:pt x="23696" y="12508"/>
                  </a:cubicBezTo>
                  <a:cubicBezTo>
                    <a:pt x="23696" y="15809"/>
                    <a:pt x="22250" y="18771"/>
                    <a:pt x="19984" y="20823"/>
                  </a:cubicBezTo>
                  <a:cubicBezTo>
                    <a:pt x="16505" y="20002"/>
                    <a:pt x="13739" y="18806"/>
                    <a:pt x="11563" y="17486"/>
                  </a:cubicBezTo>
                  <a:cubicBezTo>
                    <a:pt x="11884" y="17040"/>
                    <a:pt x="12187" y="16594"/>
                    <a:pt x="12508" y="16112"/>
                  </a:cubicBezTo>
                  <a:cubicBezTo>
                    <a:pt x="12633" y="16184"/>
                    <a:pt x="12776" y="16255"/>
                    <a:pt x="12901" y="16308"/>
                  </a:cubicBezTo>
                  <a:cubicBezTo>
                    <a:pt x="13658" y="16646"/>
                    <a:pt x="14468" y="16813"/>
                    <a:pt x="15309" y="16813"/>
                  </a:cubicBezTo>
                  <a:cubicBezTo>
                    <a:pt x="16827" y="16813"/>
                    <a:pt x="18449" y="16270"/>
                    <a:pt x="20056" y="15202"/>
                  </a:cubicBezTo>
                  <a:cubicBezTo>
                    <a:pt x="21376" y="14328"/>
                    <a:pt x="22589" y="13150"/>
                    <a:pt x="23660" y="11741"/>
                  </a:cubicBezTo>
                  <a:close/>
                  <a:moveTo>
                    <a:pt x="2820" y="18093"/>
                  </a:moveTo>
                  <a:cubicBezTo>
                    <a:pt x="3426" y="18271"/>
                    <a:pt x="4104" y="18450"/>
                    <a:pt x="4854" y="18628"/>
                  </a:cubicBezTo>
                  <a:cubicBezTo>
                    <a:pt x="6228" y="18931"/>
                    <a:pt x="7387" y="19377"/>
                    <a:pt x="8387" y="19859"/>
                  </a:cubicBezTo>
                  <a:cubicBezTo>
                    <a:pt x="7726" y="20644"/>
                    <a:pt x="7102" y="21340"/>
                    <a:pt x="6531" y="21965"/>
                  </a:cubicBezTo>
                  <a:cubicBezTo>
                    <a:pt x="4996" y="20983"/>
                    <a:pt x="3712" y="19663"/>
                    <a:pt x="2820" y="18093"/>
                  </a:cubicBezTo>
                  <a:close/>
                  <a:moveTo>
                    <a:pt x="10920" y="18360"/>
                  </a:moveTo>
                  <a:cubicBezTo>
                    <a:pt x="11170" y="18521"/>
                    <a:pt x="11438" y="18681"/>
                    <a:pt x="11705" y="18842"/>
                  </a:cubicBezTo>
                  <a:cubicBezTo>
                    <a:pt x="13846" y="20038"/>
                    <a:pt x="16255" y="20983"/>
                    <a:pt x="18914" y="21661"/>
                  </a:cubicBezTo>
                  <a:cubicBezTo>
                    <a:pt x="17486" y="22660"/>
                    <a:pt x="15827" y="23338"/>
                    <a:pt x="14043" y="23588"/>
                  </a:cubicBezTo>
                  <a:lnTo>
                    <a:pt x="14168" y="23517"/>
                  </a:lnTo>
                  <a:cubicBezTo>
                    <a:pt x="14114" y="23392"/>
                    <a:pt x="12990" y="21304"/>
                    <a:pt x="10028" y="19520"/>
                  </a:cubicBezTo>
                  <a:cubicBezTo>
                    <a:pt x="10331" y="19145"/>
                    <a:pt x="10617" y="18753"/>
                    <a:pt x="10920" y="18360"/>
                  </a:cubicBezTo>
                  <a:close/>
                  <a:moveTo>
                    <a:pt x="9350" y="20377"/>
                  </a:moveTo>
                  <a:cubicBezTo>
                    <a:pt x="11473" y="21626"/>
                    <a:pt x="12580" y="23053"/>
                    <a:pt x="13008" y="23677"/>
                  </a:cubicBezTo>
                  <a:cubicBezTo>
                    <a:pt x="12847" y="23695"/>
                    <a:pt x="12669" y="23695"/>
                    <a:pt x="12508" y="23695"/>
                  </a:cubicBezTo>
                  <a:cubicBezTo>
                    <a:pt x="10706" y="23695"/>
                    <a:pt x="8993" y="23267"/>
                    <a:pt x="7494" y="22500"/>
                  </a:cubicBezTo>
                  <a:cubicBezTo>
                    <a:pt x="8065" y="21875"/>
                    <a:pt x="8690" y="21162"/>
                    <a:pt x="9350" y="20377"/>
                  </a:cubicBezTo>
                  <a:close/>
                  <a:moveTo>
                    <a:pt x="12508" y="0"/>
                  </a:moveTo>
                  <a:cubicBezTo>
                    <a:pt x="5603" y="0"/>
                    <a:pt x="0" y="5621"/>
                    <a:pt x="0" y="12508"/>
                  </a:cubicBezTo>
                  <a:cubicBezTo>
                    <a:pt x="0" y="19395"/>
                    <a:pt x="5603" y="24998"/>
                    <a:pt x="12508" y="24998"/>
                  </a:cubicBezTo>
                  <a:cubicBezTo>
                    <a:pt x="19395" y="24998"/>
                    <a:pt x="24998" y="19395"/>
                    <a:pt x="24998" y="12508"/>
                  </a:cubicBezTo>
                  <a:cubicBezTo>
                    <a:pt x="24998" y="5621"/>
                    <a:pt x="19395" y="0"/>
                    <a:pt x="125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57"/>
          <p:cNvGrpSpPr/>
          <p:nvPr/>
        </p:nvGrpSpPr>
        <p:grpSpPr>
          <a:xfrm>
            <a:off x="3368050" y="2709406"/>
            <a:ext cx="624975" cy="624950"/>
            <a:chOff x="3368050" y="2709406"/>
            <a:chExt cx="624975" cy="624950"/>
          </a:xfrm>
        </p:grpSpPr>
        <p:sp>
          <p:nvSpPr>
            <p:cNvPr id="456" name="Google Shape;456;p57"/>
            <p:cNvSpPr/>
            <p:nvPr/>
          </p:nvSpPr>
          <p:spPr>
            <a:xfrm flipH="1">
              <a:off x="3384575" y="2725906"/>
              <a:ext cx="591950" cy="592400"/>
            </a:xfrm>
            <a:custGeom>
              <a:rect b="b" l="l" r="r" t="t"/>
              <a:pathLst>
                <a:path extrusionOk="0" h="23696" w="23678">
                  <a:moveTo>
                    <a:pt x="11848" y="0"/>
                  </a:moveTo>
                  <a:cubicBezTo>
                    <a:pt x="5300" y="0"/>
                    <a:pt x="1" y="5300"/>
                    <a:pt x="1" y="11848"/>
                  </a:cubicBezTo>
                  <a:cubicBezTo>
                    <a:pt x="1" y="18378"/>
                    <a:pt x="5300" y="23695"/>
                    <a:pt x="11848" y="23695"/>
                  </a:cubicBezTo>
                  <a:cubicBezTo>
                    <a:pt x="18379" y="23695"/>
                    <a:pt x="23678" y="18378"/>
                    <a:pt x="23678" y="11848"/>
                  </a:cubicBezTo>
                  <a:cubicBezTo>
                    <a:pt x="23678" y="5300"/>
                    <a:pt x="18379" y="0"/>
                    <a:pt x="118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7"/>
            <p:cNvSpPr/>
            <p:nvPr/>
          </p:nvSpPr>
          <p:spPr>
            <a:xfrm flipH="1">
              <a:off x="3368050" y="2709406"/>
              <a:ext cx="624975" cy="624950"/>
            </a:xfrm>
            <a:custGeom>
              <a:rect b="b" l="l" r="r" t="t"/>
              <a:pathLst>
                <a:path extrusionOk="0" h="24998" w="24999">
                  <a:moveTo>
                    <a:pt x="12508" y="1321"/>
                  </a:moveTo>
                  <a:cubicBezTo>
                    <a:pt x="14364" y="1321"/>
                    <a:pt x="16130" y="1785"/>
                    <a:pt x="17683" y="2587"/>
                  </a:cubicBezTo>
                  <a:cubicBezTo>
                    <a:pt x="16666" y="6852"/>
                    <a:pt x="14524" y="11045"/>
                    <a:pt x="12223" y="14631"/>
                  </a:cubicBezTo>
                  <a:cubicBezTo>
                    <a:pt x="11063" y="13650"/>
                    <a:pt x="10296" y="12098"/>
                    <a:pt x="9992" y="10117"/>
                  </a:cubicBezTo>
                  <a:cubicBezTo>
                    <a:pt x="9903" y="9510"/>
                    <a:pt x="9867" y="8904"/>
                    <a:pt x="9867" y="8261"/>
                  </a:cubicBezTo>
                  <a:cubicBezTo>
                    <a:pt x="9867" y="6067"/>
                    <a:pt x="10403" y="3694"/>
                    <a:pt x="11420" y="1392"/>
                  </a:cubicBezTo>
                  <a:cubicBezTo>
                    <a:pt x="11420" y="1392"/>
                    <a:pt x="11420" y="1374"/>
                    <a:pt x="11420" y="1374"/>
                  </a:cubicBezTo>
                  <a:cubicBezTo>
                    <a:pt x="11777" y="1338"/>
                    <a:pt x="12133" y="1321"/>
                    <a:pt x="12508" y="1321"/>
                  </a:cubicBezTo>
                  <a:close/>
                  <a:moveTo>
                    <a:pt x="18646" y="3158"/>
                  </a:moveTo>
                  <a:cubicBezTo>
                    <a:pt x="21073" y="4764"/>
                    <a:pt x="22839" y="7262"/>
                    <a:pt x="23446" y="10188"/>
                  </a:cubicBezTo>
                  <a:cubicBezTo>
                    <a:pt x="22322" y="11901"/>
                    <a:pt x="20948" y="13311"/>
                    <a:pt x="19449" y="14310"/>
                  </a:cubicBezTo>
                  <a:cubicBezTo>
                    <a:pt x="18038" y="15254"/>
                    <a:pt x="16620" y="15734"/>
                    <a:pt x="15313" y="15734"/>
                  </a:cubicBezTo>
                  <a:cubicBezTo>
                    <a:pt x="14620" y="15734"/>
                    <a:pt x="13959" y="15599"/>
                    <a:pt x="13347" y="15327"/>
                  </a:cubicBezTo>
                  <a:cubicBezTo>
                    <a:pt x="13258" y="15291"/>
                    <a:pt x="13186" y="15256"/>
                    <a:pt x="13097" y="15220"/>
                  </a:cubicBezTo>
                  <a:cubicBezTo>
                    <a:pt x="15434" y="11634"/>
                    <a:pt x="17575" y="7423"/>
                    <a:pt x="18646" y="3158"/>
                  </a:cubicBezTo>
                  <a:close/>
                  <a:moveTo>
                    <a:pt x="10171" y="1553"/>
                  </a:moveTo>
                  <a:cubicBezTo>
                    <a:pt x="8975" y="4514"/>
                    <a:pt x="8529" y="7601"/>
                    <a:pt x="8940" y="10278"/>
                  </a:cubicBezTo>
                  <a:cubicBezTo>
                    <a:pt x="9279" y="12579"/>
                    <a:pt x="10224" y="14399"/>
                    <a:pt x="11616" y="15523"/>
                  </a:cubicBezTo>
                  <a:cubicBezTo>
                    <a:pt x="11295" y="16005"/>
                    <a:pt x="10974" y="16451"/>
                    <a:pt x="10653" y="16897"/>
                  </a:cubicBezTo>
                  <a:cubicBezTo>
                    <a:pt x="8636" y="15541"/>
                    <a:pt x="7155" y="14060"/>
                    <a:pt x="6103" y="12758"/>
                  </a:cubicBezTo>
                  <a:cubicBezTo>
                    <a:pt x="4069" y="10206"/>
                    <a:pt x="3248" y="7797"/>
                    <a:pt x="2945" y="6673"/>
                  </a:cubicBezTo>
                  <a:cubicBezTo>
                    <a:pt x="4533" y="4104"/>
                    <a:pt x="7120" y="2213"/>
                    <a:pt x="10171" y="1553"/>
                  </a:cubicBezTo>
                  <a:close/>
                  <a:moveTo>
                    <a:pt x="2249" y="8047"/>
                  </a:moveTo>
                  <a:cubicBezTo>
                    <a:pt x="2713" y="9385"/>
                    <a:pt x="3605" y="11312"/>
                    <a:pt x="5228" y="13364"/>
                  </a:cubicBezTo>
                  <a:cubicBezTo>
                    <a:pt x="6549" y="15042"/>
                    <a:pt x="8155" y="16523"/>
                    <a:pt x="10010" y="17772"/>
                  </a:cubicBezTo>
                  <a:cubicBezTo>
                    <a:pt x="9707" y="18200"/>
                    <a:pt x="9386" y="18610"/>
                    <a:pt x="9082" y="18985"/>
                  </a:cubicBezTo>
                  <a:cubicBezTo>
                    <a:pt x="7976" y="18432"/>
                    <a:pt x="6656" y="17932"/>
                    <a:pt x="5103" y="17575"/>
                  </a:cubicBezTo>
                  <a:cubicBezTo>
                    <a:pt x="3962" y="17308"/>
                    <a:pt x="2998" y="17040"/>
                    <a:pt x="2159" y="16772"/>
                  </a:cubicBezTo>
                  <a:cubicBezTo>
                    <a:pt x="1606" y="15452"/>
                    <a:pt x="1303" y="14007"/>
                    <a:pt x="1303" y="12508"/>
                  </a:cubicBezTo>
                  <a:cubicBezTo>
                    <a:pt x="1303" y="10920"/>
                    <a:pt x="1642" y="9403"/>
                    <a:pt x="2249" y="8047"/>
                  </a:cubicBezTo>
                  <a:close/>
                  <a:moveTo>
                    <a:pt x="23660" y="11741"/>
                  </a:moveTo>
                  <a:cubicBezTo>
                    <a:pt x="23678" y="11991"/>
                    <a:pt x="23696" y="12258"/>
                    <a:pt x="23696" y="12508"/>
                  </a:cubicBezTo>
                  <a:cubicBezTo>
                    <a:pt x="23696" y="15809"/>
                    <a:pt x="22250" y="18771"/>
                    <a:pt x="19984" y="20823"/>
                  </a:cubicBezTo>
                  <a:cubicBezTo>
                    <a:pt x="16505" y="20002"/>
                    <a:pt x="13739" y="18806"/>
                    <a:pt x="11563" y="17486"/>
                  </a:cubicBezTo>
                  <a:cubicBezTo>
                    <a:pt x="11884" y="17040"/>
                    <a:pt x="12187" y="16594"/>
                    <a:pt x="12508" y="16112"/>
                  </a:cubicBezTo>
                  <a:cubicBezTo>
                    <a:pt x="12633" y="16184"/>
                    <a:pt x="12776" y="16255"/>
                    <a:pt x="12901" y="16308"/>
                  </a:cubicBezTo>
                  <a:cubicBezTo>
                    <a:pt x="13658" y="16646"/>
                    <a:pt x="14468" y="16813"/>
                    <a:pt x="15309" y="16813"/>
                  </a:cubicBezTo>
                  <a:cubicBezTo>
                    <a:pt x="16827" y="16813"/>
                    <a:pt x="18449" y="16270"/>
                    <a:pt x="20056" y="15202"/>
                  </a:cubicBezTo>
                  <a:cubicBezTo>
                    <a:pt x="21376" y="14328"/>
                    <a:pt x="22589" y="13150"/>
                    <a:pt x="23660" y="11741"/>
                  </a:cubicBezTo>
                  <a:close/>
                  <a:moveTo>
                    <a:pt x="2820" y="18093"/>
                  </a:moveTo>
                  <a:cubicBezTo>
                    <a:pt x="3426" y="18271"/>
                    <a:pt x="4104" y="18450"/>
                    <a:pt x="4854" y="18628"/>
                  </a:cubicBezTo>
                  <a:cubicBezTo>
                    <a:pt x="6228" y="18931"/>
                    <a:pt x="7387" y="19377"/>
                    <a:pt x="8387" y="19859"/>
                  </a:cubicBezTo>
                  <a:cubicBezTo>
                    <a:pt x="7726" y="20644"/>
                    <a:pt x="7102" y="21340"/>
                    <a:pt x="6531" y="21965"/>
                  </a:cubicBezTo>
                  <a:cubicBezTo>
                    <a:pt x="4996" y="20983"/>
                    <a:pt x="3712" y="19663"/>
                    <a:pt x="2820" y="18093"/>
                  </a:cubicBezTo>
                  <a:close/>
                  <a:moveTo>
                    <a:pt x="10920" y="18360"/>
                  </a:moveTo>
                  <a:cubicBezTo>
                    <a:pt x="11170" y="18521"/>
                    <a:pt x="11438" y="18681"/>
                    <a:pt x="11705" y="18842"/>
                  </a:cubicBezTo>
                  <a:cubicBezTo>
                    <a:pt x="13846" y="20038"/>
                    <a:pt x="16255" y="20983"/>
                    <a:pt x="18914" y="21661"/>
                  </a:cubicBezTo>
                  <a:cubicBezTo>
                    <a:pt x="17486" y="22660"/>
                    <a:pt x="15827" y="23338"/>
                    <a:pt x="14043" y="23588"/>
                  </a:cubicBezTo>
                  <a:lnTo>
                    <a:pt x="14168" y="23517"/>
                  </a:lnTo>
                  <a:cubicBezTo>
                    <a:pt x="14114" y="23392"/>
                    <a:pt x="12990" y="21304"/>
                    <a:pt x="10028" y="19520"/>
                  </a:cubicBezTo>
                  <a:cubicBezTo>
                    <a:pt x="10331" y="19145"/>
                    <a:pt x="10617" y="18753"/>
                    <a:pt x="10920" y="18360"/>
                  </a:cubicBezTo>
                  <a:close/>
                  <a:moveTo>
                    <a:pt x="9350" y="20377"/>
                  </a:moveTo>
                  <a:cubicBezTo>
                    <a:pt x="11473" y="21626"/>
                    <a:pt x="12580" y="23053"/>
                    <a:pt x="13008" y="23677"/>
                  </a:cubicBezTo>
                  <a:cubicBezTo>
                    <a:pt x="12847" y="23695"/>
                    <a:pt x="12669" y="23695"/>
                    <a:pt x="12508" y="23695"/>
                  </a:cubicBezTo>
                  <a:cubicBezTo>
                    <a:pt x="10706" y="23695"/>
                    <a:pt x="8993" y="23267"/>
                    <a:pt x="7494" y="22500"/>
                  </a:cubicBezTo>
                  <a:cubicBezTo>
                    <a:pt x="8065" y="21875"/>
                    <a:pt x="8690" y="21162"/>
                    <a:pt x="9350" y="20377"/>
                  </a:cubicBezTo>
                  <a:close/>
                  <a:moveTo>
                    <a:pt x="12508" y="0"/>
                  </a:moveTo>
                  <a:cubicBezTo>
                    <a:pt x="5603" y="0"/>
                    <a:pt x="0" y="5621"/>
                    <a:pt x="0" y="12508"/>
                  </a:cubicBezTo>
                  <a:cubicBezTo>
                    <a:pt x="0" y="19395"/>
                    <a:pt x="5603" y="24998"/>
                    <a:pt x="12508" y="24998"/>
                  </a:cubicBezTo>
                  <a:cubicBezTo>
                    <a:pt x="19395" y="24998"/>
                    <a:pt x="24998" y="19395"/>
                    <a:pt x="24998" y="12508"/>
                  </a:cubicBezTo>
                  <a:cubicBezTo>
                    <a:pt x="24998" y="5621"/>
                    <a:pt x="19395" y="0"/>
                    <a:pt x="125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 name="Google Shape;458;p57"/>
          <p:cNvGrpSpPr/>
          <p:nvPr/>
        </p:nvGrpSpPr>
        <p:grpSpPr>
          <a:xfrm>
            <a:off x="7129475" y="1270475"/>
            <a:ext cx="2602500" cy="2602500"/>
            <a:chOff x="7129475" y="1270500"/>
            <a:chExt cx="2602500" cy="2602500"/>
          </a:xfrm>
        </p:grpSpPr>
        <p:sp>
          <p:nvSpPr>
            <p:cNvPr id="459" name="Google Shape;459;p57"/>
            <p:cNvSpPr/>
            <p:nvPr/>
          </p:nvSpPr>
          <p:spPr>
            <a:xfrm>
              <a:off x="7415177" y="2348213"/>
              <a:ext cx="446959" cy="447020"/>
            </a:xfrm>
            <a:custGeom>
              <a:rect b="b" l="l" r="r" t="t"/>
              <a:pathLst>
                <a:path extrusionOk="0" h="24232" w="24232">
                  <a:moveTo>
                    <a:pt x="12152" y="1"/>
                  </a:moveTo>
                  <a:lnTo>
                    <a:pt x="12152" y="1785"/>
                  </a:lnTo>
                  <a:cubicBezTo>
                    <a:pt x="13240" y="1803"/>
                    <a:pt x="14311" y="1964"/>
                    <a:pt x="15346" y="2303"/>
                  </a:cubicBezTo>
                  <a:lnTo>
                    <a:pt x="15899" y="608"/>
                  </a:lnTo>
                  <a:cubicBezTo>
                    <a:pt x="14685" y="215"/>
                    <a:pt x="13436" y="19"/>
                    <a:pt x="12152" y="1"/>
                  </a:cubicBezTo>
                  <a:close/>
                  <a:moveTo>
                    <a:pt x="8423" y="590"/>
                  </a:moveTo>
                  <a:cubicBezTo>
                    <a:pt x="7209" y="982"/>
                    <a:pt x="6067" y="1553"/>
                    <a:pt x="5033" y="2303"/>
                  </a:cubicBezTo>
                  <a:lnTo>
                    <a:pt x="6085" y="3748"/>
                  </a:lnTo>
                  <a:cubicBezTo>
                    <a:pt x="6960" y="3106"/>
                    <a:pt x="7923" y="2624"/>
                    <a:pt x="8958" y="2285"/>
                  </a:cubicBezTo>
                  <a:lnTo>
                    <a:pt x="8423" y="590"/>
                  </a:lnTo>
                  <a:close/>
                  <a:moveTo>
                    <a:pt x="19271" y="2338"/>
                  </a:moveTo>
                  <a:lnTo>
                    <a:pt x="18218" y="3784"/>
                  </a:lnTo>
                  <a:cubicBezTo>
                    <a:pt x="19093" y="4426"/>
                    <a:pt x="19860" y="5193"/>
                    <a:pt x="20502" y="6067"/>
                  </a:cubicBezTo>
                  <a:lnTo>
                    <a:pt x="21947" y="5033"/>
                  </a:lnTo>
                  <a:cubicBezTo>
                    <a:pt x="21198" y="3998"/>
                    <a:pt x="20288" y="3088"/>
                    <a:pt x="19271" y="2338"/>
                  </a:cubicBezTo>
                  <a:close/>
                  <a:moveTo>
                    <a:pt x="2338" y="4961"/>
                  </a:moveTo>
                  <a:cubicBezTo>
                    <a:pt x="1589" y="5996"/>
                    <a:pt x="1000" y="7138"/>
                    <a:pt x="608" y="8333"/>
                  </a:cubicBezTo>
                  <a:lnTo>
                    <a:pt x="2303" y="8887"/>
                  </a:lnTo>
                  <a:cubicBezTo>
                    <a:pt x="2642" y="7870"/>
                    <a:pt x="3141" y="6906"/>
                    <a:pt x="3784" y="6014"/>
                  </a:cubicBezTo>
                  <a:lnTo>
                    <a:pt x="2338" y="4961"/>
                  </a:lnTo>
                  <a:close/>
                  <a:moveTo>
                    <a:pt x="23660" y="8405"/>
                  </a:moveTo>
                  <a:lnTo>
                    <a:pt x="21965" y="8958"/>
                  </a:lnTo>
                  <a:cubicBezTo>
                    <a:pt x="22286" y="9975"/>
                    <a:pt x="22447" y="11046"/>
                    <a:pt x="22447" y="12116"/>
                  </a:cubicBezTo>
                  <a:lnTo>
                    <a:pt x="22447" y="12152"/>
                  </a:lnTo>
                  <a:lnTo>
                    <a:pt x="24231" y="12116"/>
                  </a:lnTo>
                  <a:cubicBezTo>
                    <a:pt x="24231" y="10849"/>
                    <a:pt x="24035" y="9600"/>
                    <a:pt x="23660" y="8405"/>
                  </a:cubicBezTo>
                  <a:close/>
                  <a:moveTo>
                    <a:pt x="1" y="12080"/>
                  </a:moveTo>
                  <a:lnTo>
                    <a:pt x="1" y="12116"/>
                  </a:lnTo>
                  <a:cubicBezTo>
                    <a:pt x="1" y="13401"/>
                    <a:pt x="197" y="14668"/>
                    <a:pt x="590" y="15863"/>
                  </a:cubicBezTo>
                  <a:lnTo>
                    <a:pt x="2303" y="15310"/>
                  </a:lnTo>
                  <a:cubicBezTo>
                    <a:pt x="1964" y="14293"/>
                    <a:pt x="1785" y="13222"/>
                    <a:pt x="1785" y="12116"/>
                  </a:cubicBezTo>
                  <a:lnTo>
                    <a:pt x="1785" y="12080"/>
                  </a:lnTo>
                  <a:close/>
                  <a:moveTo>
                    <a:pt x="21947" y="15328"/>
                  </a:moveTo>
                  <a:cubicBezTo>
                    <a:pt x="21608" y="16363"/>
                    <a:pt x="21109" y="17326"/>
                    <a:pt x="20466" y="18200"/>
                  </a:cubicBezTo>
                  <a:lnTo>
                    <a:pt x="21912" y="19253"/>
                  </a:lnTo>
                  <a:cubicBezTo>
                    <a:pt x="22661" y="18236"/>
                    <a:pt x="23250" y="17094"/>
                    <a:pt x="23642" y="15881"/>
                  </a:cubicBezTo>
                  <a:lnTo>
                    <a:pt x="21947" y="15328"/>
                  </a:lnTo>
                  <a:close/>
                  <a:moveTo>
                    <a:pt x="3766" y="18200"/>
                  </a:moveTo>
                  <a:lnTo>
                    <a:pt x="2320" y="19235"/>
                  </a:lnTo>
                  <a:cubicBezTo>
                    <a:pt x="3070" y="20270"/>
                    <a:pt x="3962" y="21180"/>
                    <a:pt x="4997" y="21930"/>
                  </a:cubicBezTo>
                  <a:lnTo>
                    <a:pt x="6050" y="20484"/>
                  </a:lnTo>
                  <a:cubicBezTo>
                    <a:pt x="5175" y="19842"/>
                    <a:pt x="4408" y="19075"/>
                    <a:pt x="3766" y="18200"/>
                  </a:cubicBezTo>
                  <a:close/>
                  <a:moveTo>
                    <a:pt x="18183" y="20484"/>
                  </a:moveTo>
                  <a:cubicBezTo>
                    <a:pt x="17308" y="21127"/>
                    <a:pt x="16327" y="21626"/>
                    <a:pt x="15310" y="21947"/>
                  </a:cubicBezTo>
                  <a:lnTo>
                    <a:pt x="15845" y="23660"/>
                  </a:lnTo>
                  <a:cubicBezTo>
                    <a:pt x="17059" y="23268"/>
                    <a:pt x="18200" y="22679"/>
                    <a:pt x="19235" y="21930"/>
                  </a:cubicBezTo>
                  <a:lnTo>
                    <a:pt x="18183" y="20484"/>
                  </a:lnTo>
                  <a:close/>
                  <a:moveTo>
                    <a:pt x="8922" y="21947"/>
                  </a:moveTo>
                  <a:lnTo>
                    <a:pt x="8369" y="23642"/>
                  </a:lnTo>
                  <a:cubicBezTo>
                    <a:pt x="9582" y="24035"/>
                    <a:pt x="10831" y="24231"/>
                    <a:pt x="12116" y="24231"/>
                  </a:cubicBezTo>
                  <a:lnTo>
                    <a:pt x="12116" y="22447"/>
                  </a:lnTo>
                  <a:cubicBezTo>
                    <a:pt x="11028" y="22447"/>
                    <a:pt x="9939" y="22286"/>
                    <a:pt x="8922" y="2194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7"/>
            <p:cNvSpPr/>
            <p:nvPr/>
          </p:nvSpPr>
          <p:spPr>
            <a:xfrm rot="5400000">
              <a:off x="7129475" y="1270500"/>
              <a:ext cx="2602500" cy="2602500"/>
            </a:xfrm>
            <a:prstGeom prst="pie">
              <a:avLst>
                <a:gd fmla="val 0" name="adj1"/>
                <a:gd fmla="val 10800087" name="adj2"/>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7"/>
            <p:cNvSpPr/>
            <p:nvPr/>
          </p:nvSpPr>
          <p:spPr>
            <a:xfrm>
              <a:off x="7661825" y="2348250"/>
              <a:ext cx="768900" cy="4470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57"/>
          <p:cNvGrpSpPr/>
          <p:nvPr/>
        </p:nvGrpSpPr>
        <p:grpSpPr>
          <a:xfrm flipH="1">
            <a:off x="-588025" y="1270425"/>
            <a:ext cx="2602500" cy="2602500"/>
            <a:chOff x="7129475" y="1270500"/>
            <a:chExt cx="2602500" cy="2602500"/>
          </a:xfrm>
        </p:grpSpPr>
        <p:sp>
          <p:nvSpPr>
            <p:cNvPr id="463" name="Google Shape;463;p57"/>
            <p:cNvSpPr/>
            <p:nvPr/>
          </p:nvSpPr>
          <p:spPr>
            <a:xfrm>
              <a:off x="7415177" y="2348213"/>
              <a:ext cx="446959" cy="447020"/>
            </a:xfrm>
            <a:custGeom>
              <a:rect b="b" l="l" r="r" t="t"/>
              <a:pathLst>
                <a:path extrusionOk="0" h="24232" w="24232">
                  <a:moveTo>
                    <a:pt x="12152" y="1"/>
                  </a:moveTo>
                  <a:lnTo>
                    <a:pt x="12152" y="1785"/>
                  </a:lnTo>
                  <a:cubicBezTo>
                    <a:pt x="13240" y="1803"/>
                    <a:pt x="14311" y="1964"/>
                    <a:pt x="15346" y="2303"/>
                  </a:cubicBezTo>
                  <a:lnTo>
                    <a:pt x="15899" y="608"/>
                  </a:lnTo>
                  <a:cubicBezTo>
                    <a:pt x="14685" y="215"/>
                    <a:pt x="13436" y="19"/>
                    <a:pt x="12152" y="1"/>
                  </a:cubicBezTo>
                  <a:close/>
                  <a:moveTo>
                    <a:pt x="8423" y="590"/>
                  </a:moveTo>
                  <a:cubicBezTo>
                    <a:pt x="7209" y="982"/>
                    <a:pt x="6067" y="1553"/>
                    <a:pt x="5033" y="2303"/>
                  </a:cubicBezTo>
                  <a:lnTo>
                    <a:pt x="6085" y="3748"/>
                  </a:lnTo>
                  <a:cubicBezTo>
                    <a:pt x="6960" y="3106"/>
                    <a:pt x="7923" y="2624"/>
                    <a:pt x="8958" y="2285"/>
                  </a:cubicBezTo>
                  <a:lnTo>
                    <a:pt x="8423" y="590"/>
                  </a:lnTo>
                  <a:close/>
                  <a:moveTo>
                    <a:pt x="19271" y="2338"/>
                  </a:moveTo>
                  <a:lnTo>
                    <a:pt x="18218" y="3784"/>
                  </a:lnTo>
                  <a:cubicBezTo>
                    <a:pt x="19093" y="4426"/>
                    <a:pt x="19860" y="5193"/>
                    <a:pt x="20502" y="6067"/>
                  </a:cubicBezTo>
                  <a:lnTo>
                    <a:pt x="21947" y="5033"/>
                  </a:lnTo>
                  <a:cubicBezTo>
                    <a:pt x="21198" y="3998"/>
                    <a:pt x="20288" y="3088"/>
                    <a:pt x="19271" y="2338"/>
                  </a:cubicBezTo>
                  <a:close/>
                  <a:moveTo>
                    <a:pt x="2338" y="4961"/>
                  </a:moveTo>
                  <a:cubicBezTo>
                    <a:pt x="1589" y="5996"/>
                    <a:pt x="1000" y="7138"/>
                    <a:pt x="608" y="8333"/>
                  </a:cubicBezTo>
                  <a:lnTo>
                    <a:pt x="2303" y="8887"/>
                  </a:lnTo>
                  <a:cubicBezTo>
                    <a:pt x="2642" y="7870"/>
                    <a:pt x="3141" y="6906"/>
                    <a:pt x="3784" y="6014"/>
                  </a:cubicBezTo>
                  <a:lnTo>
                    <a:pt x="2338" y="4961"/>
                  </a:lnTo>
                  <a:close/>
                  <a:moveTo>
                    <a:pt x="23660" y="8405"/>
                  </a:moveTo>
                  <a:lnTo>
                    <a:pt x="21965" y="8958"/>
                  </a:lnTo>
                  <a:cubicBezTo>
                    <a:pt x="22286" y="9975"/>
                    <a:pt x="22447" y="11046"/>
                    <a:pt x="22447" y="12116"/>
                  </a:cubicBezTo>
                  <a:lnTo>
                    <a:pt x="22447" y="12152"/>
                  </a:lnTo>
                  <a:lnTo>
                    <a:pt x="24231" y="12116"/>
                  </a:lnTo>
                  <a:cubicBezTo>
                    <a:pt x="24231" y="10849"/>
                    <a:pt x="24035" y="9600"/>
                    <a:pt x="23660" y="8405"/>
                  </a:cubicBezTo>
                  <a:close/>
                  <a:moveTo>
                    <a:pt x="1" y="12080"/>
                  </a:moveTo>
                  <a:lnTo>
                    <a:pt x="1" y="12116"/>
                  </a:lnTo>
                  <a:cubicBezTo>
                    <a:pt x="1" y="13401"/>
                    <a:pt x="197" y="14668"/>
                    <a:pt x="590" y="15863"/>
                  </a:cubicBezTo>
                  <a:lnTo>
                    <a:pt x="2303" y="15310"/>
                  </a:lnTo>
                  <a:cubicBezTo>
                    <a:pt x="1964" y="14293"/>
                    <a:pt x="1785" y="13222"/>
                    <a:pt x="1785" y="12116"/>
                  </a:cubicBezTo>
                  <a:lnTo>
                    <a:pt x="1785" y="12080"/>
                  </a:lnTo>
                  <a:close/>
                  <a:moveTo>
                    <a:pt x="21947" y="15328"/>
                  </a:moveTo>
                  <a:cubicBezTo>
                    <a:pt x="21608" y="16363"/>
                    <a:pt x="21109" y="17326"/>
                    <a:pt x="20466" y="18200"/>
                  </a:cubicBezTo>
                  <a:lnTo>
                    <a:pt x="21912" y="19253"/>
                  </a:lnTo>
                  <a:cubicBezTo>
                    <a:pt x="22661" y="18236"/>
                    <a:pt x="23250" y="17094"/>
                    <a:pt x="23642" y="15881"/>
                  </a:cubicBezTo>
                  <a:lnTo>
                    <a:pt x="21947" y="15328"/>
                  </a:lnTo>
                  <a:close/>
                  <a:moveTo>
                    <a:pt x="3766" y="18200"/>
                  </a:moveTo>
                  <a:lnTo>
                    <a:pt x="2320" y="19235"/>
                  </a:lnTo>
                  <a:cubicBezTo>
                    <a:pt x="3070" y="20270"/>
                    <a:pt x="3962" y="21180"/>
                    <a:pt x="4997" y="21930"/>
                  </a:cubicBezTo>
                  <a:lnTo>
                    <a:pt x="6050" y="20484"/>
                  </a:lnTo>
                  <a:cubicBezTo>
                    <a:pt x="5175" y="19842"/>
                    <a:pt x="4408" y="19075"/>
                    <a:pt x="3766" y="18200"/>
                  </a:cubicBezTo>
                  <a:close/>
                  <a:moveTo>
                    <a:pt x="18183" y="20484"/>
                  </a:moveTo>
                  <a:cubicBezTo>
                    <a:pt x="17308" y="21127"/>
                    <a:pt x="16327" y="21626"/>
                    <a:pt x="15310" y="21947"/>
                  </a:cubicBezTo>
                  <a:lnTo>
                    <a:pt x="15845" y="23660"/>
                  </a:lnTo>
                  <a:cubicBezTo>
                    <a:pt x="17059" y="23268"/>
                    <a:pt x="18200" y="22679"/>
                    <a:pt x="19235" y="21930"/>
                  </a:cubicBezTo>
                  <a:lnTo>
                    <a:pt x="18183" y="20484"/>
                  </a:lnTo>
                  <a:close/>
                  <a:moveTo>
                    <a:pt x="8922" y="21947"/>
                  </a:moveTo>
                  <a:lnTo>
                    <a:pt x="8369" y="23642"/>
                  </a:lnTo>
                  <a:cubicBezTo>
                    <a:pt x="9582" y="24035"/>
                    <a:pt x="10831" y="24231"/>
                    <a:pt x="12116" y="24231"/>
                  </a:cubicBezTo>
                  <a:lnTo>
                    <a:pt x="12116" y="22447"/>
                  </a:lnTo>
                  <a:cubicBezTo>
                    <a:pt x="11028" y="22447"/>
                    <a:pt x="9939" y="22286"/>
                    <a:pt x="8922" y="2194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7"/>
            <p:cNvSpPr/>
            <p:nvPr/>
          </p:nvSpPr>
          <p:spPr>
            <a:xfrm rot="5400000">
              <a:off x="7129475" y="1270500"/>
              <a:ext cx="2602500" cy="2602500"/>
            </a:xfrm>
            <a:prstGeom prst="pie">
              <a:avLst>
                <a:gd fmla="val 0" name="adj1"/>
                <a:gd fmla="val 10800087" name="adj2"/>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7"/>
            <p:cNvSpPr/>
            <p:nvPr/>
          </p:nvSpPr>
          <p:spPr>
            <a:xfrm>
              <a:off x="7661825" y="2348250"/>
              <a:ext cx="768900" cy="4470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Brief Description</a:t>
            </a:r>
            <a:endParaRPr/>
          </a:p>
        </p:txBody>
      </p:sp>
      <p:sp>
        <p:nvSpPr>
          <p:cNvPr id="471" name="Google Shape;471;p58"/>
          <p:cNvSpPr txBox="1"/>
          <p:nvPr>
            <p:ph idx="1" type="subTitle"/>
          </p:nvPr>
        </p:nvSpPr>
        <p:spPr>
          <a:xfrm>
            <a:off x="2105700" y="1543900"/>
            <a:ext cx="4932600" cy="25503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SportsBetPro focuses on </a:t>
            </a:r>
            <a:r>
              <a:rPr lang="en"/>
              <a:t>leveraging</a:t>
            </a:r>
            <a:r>
              <a:rPr lang="en"/>
              <a:t> advanced </a:t>
            </a:r>
            <a:r>
              <a:rPr lang="en"/>
              <a:t>regression</a:t>
            </a:r>
            <a:r>
              <a:rPr lang="en"/>
              <a:t> and </a:t>
            </a:r>
            <a:r>
              <a:rPr lang="en"/>
              <a:t>classification</a:t>
            </a:r>
            <a:r>
              <a:rPr lang="en"/>
              <a:t> models to predict outcomes in NBA betting</a:t>
            </a:r>
            <a:endParaRPr/>
          </a:p>
          <a:p>
            <a:pPr indent="-342900" lvl="0" marL="457200" rtl="0" algn="l">
              <a:spcBef>
                <a:spcPts val="0"/>
              </a:spcBef>
              <a:spcAft>
                <a:spcPts val="0"/>
              </a:spcAft>
              <a:buSzPts val="1800"/>
              <a:buChar char="●"/>
            </a:pPr>
            <a:r>
              <a:rPr lang="en"/>
              <a:t>Specifically </a:t>
            </a:r>
            <a:r>
              <a:rPr lang="en"/>
              <a:t>targeting:</a:t>
            </a:r>
            <a:endParaRPr/>
          </a:p>
          <a:p>
            <a:pPr indent="-317500" lvl="1" marL="914400" rtl="0" algn="l">
              <a:spcBef>
                <a:spcPts val="0"/>
              </a:spcBef>
              <a:spcAft>
                <a:spcPts val="0"/>
              </a:spcAft>
              <a:buSzPts val="1400"/>
              <a:buAutoNum type="alphaLcPeriod"/>
            </a:pPr>
            <a:r>
              <a:rPr lang="en" sz="1400"/>
              <a:t>Moneyline results: measure of how likely a particular team is going to win</a:t>
            </a:r>
            <a:endParaRPr sz="1400"/>
          </a:p>
          <a:p>
            <a:pPr indent="-317500" lvl="1" marL="914400" rtl="0" algn="l">
              <a:spcBef>
                <a:spcPts val="0"/>
              </a:spcBef>
              <a:spcAft>
                <a:spcPts val="0"/>
              </a:spcAft>
              <a:buSzPts val="1400"/>
              <a:buAutoNum type="alphaLcPeriod"/>
            </a:pPr>
            <a:r>
              <a:rPr lang="en" sz="1400"/>
              <a:t>Over/Under: forecasting combined score of both teams</a:t>
            </a:r>
            <a:endParaRPr sz="1400"/>
          </a:p>
          <a:p>
            <a:pPr indent="-317500" lvl="1" marL="914400" rtl="0" algn="l">
              <a:spcBef>
                <a:spcPts val="0"/>
              </a:spcBef>
              <a:spcAft>
                <a:spcPts val="0"/>
              </a:spcAft>
              <a:buSzPts val="1400"/>
              <a:buAutoNum type="alphaLcPeriod"/>
            </a:pPr>
            <a:r>
              <a:rPr lang="en" sz="1400"/>
              <a:t>Spread: point differential between two teams</a:t>
            </a:r>
            <a:endParaRPr/>
          </a:p>
        </p:txBody>
      </p:sp>
      <p:grpSp>
        <p:nvGrpSpPr>
          <p:cNvPr id="472" name="Google Shape;472;p58"/>
          <p:cNvGrpSpPr/>
          <p:nvPr/>
        </p:nvGrpSpPr>
        <p:grpSpPr>
          <a:xfrm>
            <a:off x="7277723" y="1723610"/>
            <a:ext cx="2306075" cy="2306075"/>
            <a:chOff x="7129475" y="1270500"/>
            <a:chExt cx="2602500" cy="2602500"/>
          </a:xfrm>
        </p:grpSpPr>
        <p:sp>
          <p:nvSpPr>
            <p:cNvPr id="473" name="Google Shape;473;p58"/>
            <p:cNvSpPr/>
            <p:nvPr/>
          </p:nvSpPr>
          <p:spPr>
            <a:xfrm>
              <a:off x="7415177" y="2348213"/>
              <a:ext cx="446959" cy="447020"/>
            </a:xfrm>
            <a:custGeom>
              <a:rect b="b" l="l" r="r" t="t"/>
              <a:pathLst>
                <a:path extrusionOk="0" h="24232" w="24232">
                  <a:moveTo>
                    <a:pt x="12152" y="1"/>
                  </a:moveTo>
                  <a:lnTo>
                    <a:pt x="12152" y="1785"/>
                  </a:lnTo>
                  <a:cubicBezTo>
                    <a:pt x="13240" y="1803"/>
                    <a:pt x="14311" y="1964"/>
                    <a:pt x="15346" y="2303"/>
                  </a:cubicBezTo>
                  <a:lnTo>
                    <a:pt x="15899" y="608"/>
                  </a:lnTo>
                  <a:cubicBezTo>
                    <a:pt x="14685" y="215"/>
                    <a:pt x="13436" y="19"/>
                    <a:pt x="12152" y="1"/>
                  </a:cubicBezTo>
                  <a:close/>
                  <a:moveTo>
                    <a:pt x="8423" y="590"/>
                  </a:moveTo>
                  <a:cubicBezTo>
                    <a:pt x="7209" y="982"/>
                    <a:pt x="6067" y="1553"/>
                    <a:pt x="5033" y="2303"/>
                  </a:cubicBezTo>
                  <a:lnTo>
                    <a:pt x="6085" y="3748"/>
                  </a:lnTo>
                  <a:cubicBezTo>
                    <a:pt x="6960" y="3106"/>
                    <a:pt x="7923" y="2624"/>
                    <a:pt x="8958" y="2285"/>
                  </a:cubicBezTo>
                  <a:lnTo>
                    <a:pt x="8423" y="590"/>
                  </a:lnTo>
                  <a:close/>
                  <a:moveTo>
                    <a:pt x="19271" y="2338"/>
                  </a:moveTo>
                  <a:lnTo>
                    <a:pt x="18218" y="3784"/>
                  </a:lnTo>
                  <a:cubicBezTo>
                    <a:pt x="19093" y="4426"/>
                    <a:pt x="19860" y="5193"/>
                    <a:pt x="20502" y="6067"/>
                  </a:cubicBezTo>
                  <a:lnTo>
                    <a:pt x="21947" y="5033"/>
                  </a:lnTo>
                  <a:cubicBezTo>
                    <a:pt x="21198" y="3998"/>
                    <a:pt x="20288" y="3088"/>
                    <a:pt x="19271" y="2338"/>
                  </a:cubicBezTo>
                  <a:close/>
                  <a:moveTo>
                    <a:pt x="2338" y="4961"/>
                  </a:moveTo>
                  <a:cubicBezTo>
                    <a:pt x="1589" y="5996"/>
                    <a:pt x="1000" y="7138"/>
                    <a:pt x="608" y="8333"/>
                  </a:cubicBezTo>
                  <a:lnTo>
                    <a:pt x="2303" y="8887"/>
                  </a:lnTo>
                  <a:cubicBezTo>
                    <a:pt x="2642" y="7870"/>
                    <a:pt x="3141" y="6906"/>
                    <a:pt x="3784" y="6014"/>
                  </a:cubicBezTo>
                  <a:lnTo>
                    <a:pt x="2338" y="4961"/>
                  </a:lnTo>
                  <a:close/>
                  <a:moveTo>
                    <a:pt x="23660" y="8405"/>
                  </a:moveTo>
                  <a:lnTo>
                    <a:pt x="21965" y="8958"/>
                  </a:lnTo>
                  <a:cubicBezTo>
                    <a:pt x="22286" y="9975"/>
                    <a:pt x="22447" y="11046"/>
                    <a:pt x="22447" y="12116"/>
                  </a:cubicBezTo>
                  <a:lnTo>
                    <a:pt x="22447" y="12152"/>
                  </a:lnTo>
                  <a:lnTo>
                    <a:pt x="24231" y="12116"/>
                  </a:lnTo>
                  <a:cubicBezTo>
                    <a:pt x="24231" y="10849"/>
                    <a:pt x="24035" y="9600"/>
                    <a:pt x="23660" y="8405"/>
                  </a:cubicBezTo>
                  <a:close/>
                  <a:moveTo>
                    <a:pt x="1" y="12080"/>
                  </a:moveTo>
                  <a:lnTo>
                    <a:pt x="1" y="12116"/>
                  </a:lnTo>
                  <a:cubicBezTo>
                    <a:pt x="1" y="13401"/>
                    <a:pt x="197" y="14668"/>
                    <a:pt x="590" y="15863"/>
                  </a:cubicBezTo>
                  <a:lnTo>
                    <a:pt x="2303" y="15310"/>
                  </a:lnTo>
                  <a:cubicBezTo>
                    <a:pt x="1964" y="14293"/>
                    <a:pt x="1785" y="13222"/>
                    <a:pt x="1785" y="12116"/>
                  </a:cubicBezTo>
                  <a:lnTo>
                    <a:pt x="1785" y="12080"/>
                  </a:lnTo>
                  <a:close/>
                  <a:moveTo>
                    <a:pt x="21947" y="15328"/>
                  </a:moveTo>
                  <a:cubicBezTo>
                    <a:pt x="21608" y="16363"/>
                    <a:pt x="21109" y="17326"/>
                    <a:pt x="20466" y="18200"/>
                  </a:cubicBezTo>
                  <a:lnTo>
                    <a:pt x="21912" y="19253"/>
                  </a:lnTo>
                  <a:cubicBezTo>
                    <a:pt x="22661" y="18236"/>
                    <a:pt x="23250" y="17094"/>
                    <a:pt x="23642" y="15881"/>
                  </a:cubicBezTo>
                  <a:lnTo>
                    <a:pt x="21947" y="15328"/>
                  </a:lnTo>
                  <a:close/>
                  <a:moveTo>
                    <a:pt x="3766" y="18200"/>
                  </a:moveTo>
                  <a:lnTo>
                    <a:pt x="2320" y="19235"/>
                  </a:lnTo>
                  <a:cubicBezTo>
                    <a:pt x="3070" y="20270"/>
                    <a:pt x="3962" y="21180"/>
                    <a:pt x="4997" y="21930"/>
                  </a:cubicBezTo>
                  <a:lnTo>
                    <a:pt x="6050" y="20484"/>
                  </a:lnTo>
                  <a:cubicBezTo>
                    <a:pt x="5175" y="19842"/>
                    <a:pt x="4408" y="19075"/>
                    <a:pt x="3766" y="18200"/>
                  </a:cubicBezTo>
                  <a:close/>
                  <a:moveTo>
                    <a:pt x="18183" y="20484"/>
                  </a:moveTo>
                  <a:cubicBezTo>
                    <a:pt x="17308" y="21127"/>
                    <a:pt x="16327" y="21626"/>
                    <a:pt x="15310" y="21947"/>
                  </a:cubicBezTo>
                  <a:lnTo>
                    <a:pt x="15845" y="23660"/>
                  </a:lnTo>
                  <a:cubicBezTo>
                    <a:pt x="17059" y="23268"/>
                    <a:pt x="18200" y="22679"/>
                    <a:pt x="19235" y="21930"/>
                  </a:cubicBezTo>
                  <a:lnTo>
                    <a:pt x="18183" y="20484"/>
                  </a:lnTo>
                  <a:close/>
                  <a:moveTo>
                    <a:pt x="8922" y="21947"/>
                  </a:moveTo>
                  <a:lnTo>
                    <a:pt x="8369" y="23642"/>
                  </a:lnTo>
                  <a:cubicBezTo>
                    <a:pt x="9582" y="24035"/>
                    <a:pt x="10831" y="24231"/>
                    <a:pt x="12116" y="24231"/>
                  </a:cubicBezTo>
                  <a:lnTo>
                    <a:pt x="12116" y="22447"/>
                  </a:lnTo>
                  <a:cubicBezTo>
                    <a:pt x="11028" y="22447"/>
                    <a:pt x="9939" y="22286"/>
                    <a:pt x="8922" y="2194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8"/>
            <p:cNvSpPr/>
            <p:nvPr/>
          </p:nvSpPr>
          <p:spPr>
            <a:xfrm rot="5400000">
              <a:off x="7129475" y="1270500"/>
              <a:ext cx="2602500" cy="2602500"/>
            </a:xfrm>
            <a:prstGeom prst="pie">
              <a:avLst>
                <a:gd fmla="val 0" name="adj1"/>
                <a:gd fmla="val 10800087" name="adj2"/>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8"/>
            <p:cNvSpPr/>
            <p:nvPr/>
          </p:nvSpPr>
          <p:spPr>
            <a:xfrm>
              <a:off x="7661825" y="2348250"/>
              <a:ext cx="768900" cy="4470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58"/>
          <p:cNvGrpSpPr/>
          <p:nvPr/>
        </p:nvGrpSpPr>
        <p:grpSpPr>
          <a:xfrm flipH="1">
            <a:off x="-439811" y="1723590"/>
            <a:ext cx="2306075" cy="2306075"/>
            <a:chOff x="7129475" y="1270500"/>
            <a:chExt cx="2602500" cy="2602500"/>
          </a:xfrm>
        </p:grpSpPr>
        <p:sp>
          <p:nvSpPr>
            <p:cNvPr id="477" name="Google Shape;477;p58"/>
            <p:cNvSpPr/>
            <p:nvPr/>
          </p:nvSpPr>
          <p:spPr>
            <a:xfrm>
              <a:off x="7415177" y="2348213"/>
              <a:ext cx="446959" cy="447020"/>
            </a:xfrm>
            <a:custGeom>
              <a:rect b="b" l="l" r="r" t="t"/>
              <a:pathLst>
                <a:path extrusionOk="0" h="24232" w="24232">
                  <a:moveTo>
                    <a:pt x="12152" y="1"/>
                  </a:moveTo>
                  <a:lnTo>
                    <a:pt x="12152" y="1785"/>
                  </a:lnTo>
                  <a:cubicBezTo>
                    <a:pt x="13240" y="1803"/>
                    <a:pt x="14311" y="1964"/>
                    <a:pt x="15346" y="2303"/>
                  </a:cubicBezTo>
                  <a:lnTo>
                    <a:pt x="15899" y="608"/>
                  </a:lnTo>
                  <a:cubicBezTo>
                    <a:pt x="14685" y="215"/>
                    <a:pt x="13436" y="19"/>
                    <a:pt x="12152" y="1"/>
                  </a:cubicBezTo>
                  <a:close/>
                  <a:moveTo>
                    <a:pt x="8423" y="590"/>
                  </a:moveTo>
                  <a:cubicBezTo>
                    <a:pt x="7209" y="982"/>
                    <a:pt x="6067" y="1553"/>
                    <a:pt x="5033" y="2303"/>
                  </a:cubicBezTo>
                  <a:lnTo>
                    <a:pt x="6085" y="3748"/>
                  </a:lnTo>
                  <a:cubicBezTo>
                    <a:pt x="6960" y="3106"/>
                    <a:pt x="7923" y="2624"/>
                    <a:pt x="8958" y="2285"/>
                  </a:cubicBezTo>
                  <a:lnTo>
                    <a:pt x="8423" y="590"/>
                  </a:lnTo>
                  <a:close/>
                  <a:moveTo>
                    <a:pt x="19271" y="2338"/>
                  </a:moveTo>
                  <a:lnTo>
                    <a:pt x="18218" y="3784"/>
                  </a:lnTo>
                  <a:cubicBezTo>
                    <a:pt x="19093" y="4426"/>
                    <a:pt x="19860" y="5193"/>
                    <a:pt x="20502" y="6067"/>
                  </a:cubicBezTo>
                  <a:lnTo>
                    <a:pt x="21947" y="5033"/>
                  </a:lnTo>
                  <a:cubicBezTo>
                    <a:pt x="21198" y="3998"/>
                    <a:pt x="20288" y="3088"/>
                    <a:pt x="19271" y="2338"/>
                  </a:cubicBezTo>
                  <a:close/>
                  <a:moveTo>
                    <a:pt x="2338" y="4961"/>
                  </a:moveTo>
                  <a:cubicBezTo>
                    <a:pt x="1589" y="5996"/>
                    <a:pt x="1000" y="7138"/>
                    <a:pt x="608" y="8333"/>
                  </a:cubicBezTo>
                  <a:lnTo>
                    <a:pt x="2303" y="8887"/>
                  </a:lnTo>
                  <a:cubicBezTo>
                    <a:pt x="2642" y="7870"/>
                    <a:pt x="3141" y="6906"/>
                    <a:pt x="3784" y="6014"/>
                  </a:cubicBezTo>
                  <a:lnTo>
                    <a:pt x="2338" y="4961"/>
                  </a:lnTo>
                  <a:close/>
                  <a:moveTo>
                    <a:pt x="23660" y="8405"/>
                  </a:moveTo>
                  <a:lnTo>
                    <a:pt x="21965" y="8958"/>
                  </a:lnTo>
                  <a:cubicBezTo>
                    <a:pt x="22286" y="9975"/>
                    <a:pt x="22447" y="11046"/>
                    <a:pt x="22447" y="12116"/>
                  </a:cubicBezTo>
                  <a:lnTo>
                    <a:pt x="22447" y="12152"/>
                  </a:lnTo>
                  <a:lnTo>
                    <a:pt x="24231" y="12116"/>
                  </a:lnTo>
                  <a:cubicBezTo>
                    <a:pt x="24231" y="10849"/>
                    <a:pt x="24035" y="9600"/>
                    <a:pt x="23660" y="8405"/>
                  </a:cubicBezTo>
                  <a:close/>
                  <a:moveTo>
                    <a:pt x="1" y="12080"/>
                  </a:moveTo>
                  <a:lnTo>
                    <a:pt x="1" y="12116"/>
                  </a:lnTo>
                  <a:cubicBezTo>
                    <a:pt x="1" y="13401"/>
                    <a:pt x="197" y="14668"/>
                    <a:pt x="590" y="15863"/>
                  </a:cubicBezTo>
                  <a:lnTo>
                    <a:pt x="2303" y="15310"/>
                  </a:lnTo>
                  <a:cubicBezTo>
                    <a:pt x="1964" y="14293"/>
                    <a:pt x="1785" y="13222"/>
                    <a:pt x="1785" y="12116"/>
                  </a:cubicBezTo>
                  <a:lnTo>
                    <a:pt x="1785" y="12080"/>
                  </a:lnTo>
                  <a:close/>
                  <a:moveTo>
                    <a:pt x="21947" y="15328"/>
                  </a:moveTo>
                  <a:cubicBezTo>
                    <a:pt x="21608" y="16363"/>
                    <a:pt x="21109" y="17326"/>
                    <a:pt x="20466" y="18200"/>
                  </a:cubicBezTo>
                  <a:lnTo>
                    <a:pt x="21912" y="19253"/>
                  </a:lnTo>
                  <a:cubicBezTo>
                    <a:pt x="22661" y="18236"/>
                    <a:pt x="23250" y="17094"/>
                    <a:pt x="23642" y="15881"/>
                  </a:cubicBezTo>
                  <a:lnTo>
                    <a:pt x="21947" y="15328"/>
                  </a:lnTo>
                  <a:close/>
                  <a:moveTo>
                    <a:pt x="3766" y="18200"/>
                  </a:moveTo>
                  <a:lnTo>
                    <a:pt x="2320" y="19235"/>
                  </a:lnTo>
                  <a:cubicBezTo>
                    <a:pt x="3070" y="20270"/>
                    <a:pt x="3962" y="21180"/>
                    <a:pt x="4997" y="21930"/>
                  </a:cubicBezTo>
                  <a:lnTo>
                    <a:pt x="6050" y="20484"/>
                  </a:lnTo>
                  <a:cubicBezTo>
                    <a:pt x="5175" y="19842"/>
                    <a:pt x="4408" y="19075"/>
                    <a:pt x="3766" y="18200"/>
                  </a:cubicBezTo>
                  <a:close/>
                  <a:moveTo>
                    <a:pt x="18183" y="20484"/>
                  </a:moveTo>
                  <a:cubicBezTo>
                    <a:pt x="17308" y="21127"/>
                    <a:pt x="16327" y="21626"/>
                    <a:pt x="15310" y="21947"/>
                  </a:cubicBezTo>
                  <a:lnTo>
                    <a:pt x="15845" y="23660"/>
                  </a:lnTo>
                  <a:cubicBezTo>
                    <a:pt x="17059" y="23268"/>
                    <a:pt x="18200" y="22679"/>
                    <a:pt x="19235" y="21930"/>
                  </a:cubicBezTo>
                  <a:lnTo>
                    <a:pt x="18183" y="20484"/>
                  </a:lnTo>
                  <a:close/>
                  <a:moveTo>
                    <a:pt x="8922" y="21947"/>
                  </a:moveTo>
                  <a:lnTo>
                    <a:pt x="8369" y="23642"/>
                  </a:lnTo>
                  <a:cubicBezTo>
                    <a:pt x="9582" y="24035"/>
                    <a:pt x="10831" y="24231"/>
                    <a:pt x="12116" y="24231"/>
                  </a:cubicBezTo>
                  <a:lnTo>
                    <a:pt x="12116" y="22447"/>
                  </a:lnTo>
                  <a:cubicBezTo>
                    <a:pt x="11028" y="22447"/>
                    <a:pt x="9939" y="22286"/>
                    <a:pt x="8922" y="2194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8"/>
            <p:cNvSpPr/>
            <p:nvPr/>
          </p:nvSpPr>
          <p:spPr>
            <a:xfrm rot="5400000">
              <a:off x="7129475" y="1270500"/>
              <a:ext cx="2602500" cy="2602500"/>
            </a:xfrm>
            <a:prstGeom prst="pie">
              <a:avLst>
                <a:gd fmla="val 0" name="adj1"/>
                <a:gd fmla="val 10800087" name="adj2"/>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8"/>
            <p:cNvSpPr/>
            <p:nvPr/>
          </p:nvSpPr>
          <p:spPr>
            <a:xfrm>
              <a:off x="7661825" y="2348250"/>
              <a:ext cx="768900" cy="4470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OUR MISSION &amp; VISION</a:t>
            </a:r>
            <a:endParaRPr/>
          </a:p>
        </p:txBody>
      </p:sp>
      <p:sp>
        <p:nvSpPr>
          <p:cNvPr id="485" name="Google Shape;485;p59"/>
          <p:cNvSpPr txBox="1"/>
          <p:nvPr>
            <p:ph idx="1" type="subTitle"/>
          </p:nvPr>
        </p:nvSpPr>
        <p:spPr>
          <a:xfrm>
            <a:off x="2125300" y="1712675"/>
            <a:ext cx="6111000" cy="8094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Many sports betting enthusiasts struggle </a:t>
            </a:r>
            <a:r>
              <a:rPr lang="en"/>
              <a:t>with</a:t>
            </a:r>
            <a:r>
              <a:rPr lang="en"/>
              <a:t> </a:t>
            </a:r>
            <a:r>
              <a:rPr lang="en"/>
              <a:t>predicting</a:t>
            </a:r>
            <a:r>
              <a:rPr lang="en"/>
              <a:t> game outcomes </a:t>
            </a:r>
            <a:endParaRPr/>
          </a:p>
          <a:p>
            <a:pPr indent="-317500" lvl="0" marL="457200" rtl="0" algn="l">
              <a:spcBef>
                <a:spcPts val="0"/>
              </a:spcBef>
              <a:spcAft>
                <a:spcPts val="0"/>
              </a:spcAft>
              <a:buSzPts val="1400"/>
              <a:buChar char="●"/>
            </a:pPr>
            <a:r>
              <a:rPr lang="en"/>
              <a:t>Existing predictive models often lack precision or overlook </a:t>
            </a:r>
            <a:r>
              <a:rPr lang="en"/>
              <a:t>crucial</a:t>
            </a:r>
            <a:r>
              <a:rPr lang="en"/>
              <a:t> factors </a:t>
            </a:r>
            <a:endParaRPr/>
          </a:p>
          <a:p>
            <a:pPr indent="-317500" lvl="0" marL="457200" rtl="0" algn="l">
              <a:spcBef>
                <a:spcPts val="0"/>
              </a:spcBef>
              <a:spcAft>
                <a:spcPts val="0"/>
              </a:spcAft>
              <a:buSzPts val="1400"/>
              <a:buChar char="●"/>
            </a:pPr>
            <a:r>
              <a:rPr lang="en"/>
              <a:t>Our models strive to offer a way to efficiently make calculated betting decisions</a:t>
            </a:r>
            <a:endParaRPr/>
          </a:p>
        </p:txBody>
      </p:sp>
      <p:sp>
        <p:nvSpPr>
          <p:cNvPr id="486" name="Google Shape;486;p59"/>
          <p:cNvSpPr txBox="1"/>
          <p:nvPr>
            <p:ph idx="2" type="subTitle"/>
          </p:nvPr>
        </p:nvSpPr>
        <p:spPr>
          <a:xfrm>
            <a:off x="2280193" y="1108810"/>
            <a:ext cx="3506400" cy="43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Problem</a:t>
            </a:r>
            <a:r>
              <a:rPr lang="en"/>
              <a:t> Statement</a:t>
            </a:r>
            <a:endParaRPr/>
          </a:p>
        </p:txBody>
      </p:sp>
      <p:sp>
        <p:nvSpPr>
          <p:cNvPr id="487" name="Google Shape;487;p59"/>
          <p:cNvSpPr txBox="1"/>
          <p:nvPr>
            <p:ph idx="3" type="subTitle"/>
          </p:nvPr>
        </p:nvSpPr>
        <p:spPr>
          <a:xfrm>
            <a:off x="1094350" y="3465625"/>
            <a:ext cx="5223900" cy="8094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Develop and evaluate regression and classification models capable of predicting moneylines, over/unders, and spread outcomes with high accuracy and positive profit</a:t>
            </a:r>
            <a:endParaRPr/>
          </a:p>
          <a:p>
            <a:pPr indent="-317500" lvl="0" marL="457200" rtl="0" algn="l">
              <a:spcBef>
                <a:spcPts val="0"/>
              </a:spcBef>
              <a:spcAft>
                <a:spcPts val="0"/>
              </a:spcAft>
              <a:buSzPts val="1400"/>
              <a:buChar char="●"/>
            </a:pPr>
            <a:r>
              <a:rPr lang="en"/>
              <a:t>Aim: achieve accuracy of at least 55% on our betting predictions (Vegas always sets a 10% VIG)</a:t>
            </a:r>
            <a:endParaRPr/>
          </a:p>
        </p:txBody>
      </p:sp>
      <p:sp>
        <p:nvSpPr>
          <p:cNvPr id="488" name="Google Shape;488;p59"/>
          <p:cNvSpPr txBox="1"/>
          <p:nvPr>
            <p:ph idx="4" type="subTitle"/>
          </p:nvPr>
        </p:nvSpPr>
        <p:spPr>
          <a:xfrm>
            <a:off x="2280193" y="2893919"/>
            <a:ext cx="3506400" cy="431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Objective</a:t>
            </a:r>
            <a:endParaRPr/>
          </a:p>
        </p:txBody>
      </p:sp>
      <p:grpSp>
        <p:nvGrpSpPr>
          <p:cNvPr id="489" name="Google Shape;489;p59"/>
          <p:cNvGrpSpPr/>
          <p:nvPr/>
        </p:nvGrpSpPr>
        <p:grpSpPr>
          <a:xfrm>
            <a:off x="6746063" y="3258375"/>
            <a:ext cx="1159853" cy="899367"/>
            <a:chOff x="6630499" y="1442999"/>
            <a:chExt cx="1001687" cy="776722"/>
          </a:xfrm>
        </p:grpSpPr>
        <p:sp>
          <p:nvSpPr>
            <p:cNvPr id="490" name="Google Shape;490;p59"/>
            <p:cNvSpPr/>
            <p:nvPr/>
          </p:nvSpPr>
          <p:spPr>
            <a:xfrm>
              <a:off x="6870860" y="1812976"/>
              <a:ext cx="279622" cy="252801"/>
            </a:xfrm>
            <a:custGeom>
              <a:rect b="b" l="l" r="r" t="t"/>
              <a:pathLst>
                <a:path extrusionOk="0" h="10651" w="11781">
                  <a:moveTo>
                    <a:pt x="1297" y="1"/>
                  </a:moveTo>
                  <a:cubicBezTo>
                    <a:pt x="1046" y="335"/>
                    <a:pt x="774" y="691"/>
                    <a:pt x="502" y="1047"/>
                  </a:cubicBezTo>
                  <a:cubicBezTo>
                    <a:pt x="335" y="1298"/>
                    <a:pt x="167" y="1528"/>
                    <a:pt x="0" y="1779"/>
                  </a:cubicBezTo>
                  <a:cubicBezTo>
                    <a:pt x="4310" y="3704"/>
                    <a:pt x="8579" y="6675"/>
                    <a:pt x="10818" y="10651"/>
                  </a:cubicBezTo>
                  <a:cubicBezTo>
                    <a:pt x="10901" y="10483"/>
                    <a:pt x="10964" y="10337"/>
                    <a:pt x="11027" y="10169"/>
                  </a:cubicBezTo>
                  <a:cubicBezTo>
                    <a:pt x="11048" y="10086"/>
                    <a:pt x="11090" y="10002"/>
                    <a:pt x="11110" y="9939"/>
                  </a:cubicBezTo>
                  <a:cubicBezTo>
                    <a:pt x="11110" y="9918"/>
                    <a:pt x="11110" y="9918"/>
                    <a:pt x="11131" y="9918"/>
                  </a:cubicBezTo>
                  <a:cubicBezTo>
                    <a:pt x="11152" y="9835"/>
                    <a:pt x="11173" y="9772"/>
                    <a:pt x="11194" y="9688"/>
                  </a:cubicBezTo>
                  <a:cubicBezTo>
                    <a:pt x="11194" y="9667"/>
                    <a:pt x="11215" y="9667"/>
                    <a:pt x="11215" y="9646"/>
                  </a:cubicBezTo>
                  <a:cubicBezTo>
                    <a:pt x="11236" y="9584"/>
                    <a:pt x="11257" y="9500"/>
                    <a:pt x="11278" y="9437"/>
                  </a:cubicBezTo>
                  <a:cubicBezTo>
                    <a:pt x="11278" y="9416"/>
                    <a:pt x="11299" y="9395"/>
                    <a:pt x="11299" y="9353"/>
                  </a:cubicBezTo>
                  <a:cubicBezTo>
                    <a:pt x="11320" y="9312"/>
                    <a:pt x="11341" y="9249"/>
                    <a:pt x="11362" y="9186"/>
                  </a:cubicBezTo>
                  <a:cubicBezTo>
                    <a:pt x="11362" y="9144"/>
                    <a:pt x="11382" y="9102"/>
                    <a:pt x="11382" y="9060"/>
                  </a:cubicBezTo>
                  <a:cubicBezTo>
                    <a:pt x="11403" y="9019"/>
                    <a:pt x="11403" y="8977"/>
                    <a:pt x="11424" y="8935"/>
                  </a:cubicBezTo>
                  <a:cubicBezTo>
                    <a:pt x="11445" y="8851"/>
                    <a:pt x="11466" y="8747"/>
                    <a:pt x="11487" y="8663"/>
                  </a:cubicBezTo>
                  <a:cubicBezTo>
                    <a:pt x="11508" y="8579"/>
                    <a:pt x="11529" y="8496"/>
                    <a:pt x="11550" y="8412"/>
                  </a:cubicBezTo>
                  <a:cubicBezTo>
                    <a:pt x="11550" y="8391"/>
                    <a:pt x="11550" y="8370"/>
                    <a:pt x="11571" y="8328"/>
                  </a:cubicBezTo>
                  <a:cubicBezTo>
                    <a:pt x="11571" y="8286"/>
                    <a:pt x="11592" y="8224"/>
                    <a:pt x="11592" y="8161"/>
                  </a:cubicBezTo>
                  <a:cubicBezTo>
                    <a:pt x="11592" y="8119"/>
                    <a:pt x="11613" y="8098"/>
                    <a:pt x="11613" y="8077"/>
                  </a:cubicBezTo>
                  <a:cubicBezTo>
                    <a:pt x="11613" y="8014"/>
                    <a:pt x="11634" y="7952"/>
                    <a:pt x="11634" y="7889"/>
                  </a:cubicBezTo>
                  <a:cubicBezTo>
                    <a:pt x="11654" y="7868"/>
                    <a:pt x="11654" y="7847"/>
                    <a:pt x="11654" y="7826"/>
                  </a:cubicBezTo>
                  <a:cubicBezTo>
                    <a:pt x="11654" y="7742"/>
                    <a:pt x="11675" y="7659"/>
                    <a:pt x="11696" y="7575"/>
                  </a:cubicBezTo>
                  <a:cubicBezTo>
                    <a:pt x="11696" y="7554"/>
                    <a:pt x="11696" y="7533"/>
                    <a:pt x="11696" y="7512"/>
                  </a:cubicBezTo>
                  <a:cubicBezTo>
                    <a:pt x="11696" y="7449"/>
                    <a:pt x="11717" y="7387"/>
                    <a:pt x="11717" y="7324"/>
                  </a:cubicBezTo>
                  <a:cubicBezTo>
                    <a:pt x="11717" y="7282"/>
                    <a:pt x="11717" y="7261"/>
                    <a:pt x="11717" y="7240"/>
                  </a:cubicBezTo>
                  <a:cubicBezTo>
                    <a:pt x="11738" y="7177"/>
                    <a:pt x="11738" y="7115"/>
                    <a:pt x="11738" y="7073"/>
                  </a:cubicBezTo>
                  <a:cubicBezTo>
                    <a:pt x="11738" y="7031"/>
                    <a:pt x="11738" y="7010"/>
                    <a:pt x="11738" y="6968"/>
                  </a:cubicBezTo>
                  <a:cubicBezTo>
                    <a:pt x="11759" y="6905"/>
                    <a:pt x="11759" y="6843"/>
                    <a:pt x="11759" y="6780"/>
                  </a:cubicBezTo>
                  <a:cubicBezTo>
                    <a:pt x="11759" y="6759"/>
                    <a:pt x="11759" y="6738"/>
                    <a:pt x="11759" y="6717"/>
                  </a:cubicBezTo>
                  <a:cubicBezTo>
                    <a:pt x="11759" y="6654"/>
                    <a:pt x="11780" y="6571"/>
                    <a:pt x="11780" y="6487"/>
                  </a:cubicBezTo>
                  <a:cubicBezTo>
                    <a:pt x="11780" y="6466"/>
                    <a:pt x="11780" y="6424"/>
                    <a:pt x="11780" y="6403"/>
                  </a:cubicBezTo>
                  <a:cubicBezTo>
                    <a:pt x="11780" y="6340"/>
                    <a:pt x="11780" y="6299"/>
                    <a:pt x="11780" y="6236"/>
                  </a:cubicBezTo>
                  <a:cubicBezTo>
                    <a:pt x="11780" y="6194"/>
                    <a:pt x="11780" y="6173"/>
                    <a:pt x="11780" y="6131"/>
                  </a:cubicBezTo>
                  <a:cubicBezTo>
                    <a:pt x="11780" y="6089"/>
                    <a:pt x="11780" y="6027"/>
                    <a:pt x="11780" y="5985"/>
                  </a:cubicBezTo>
                  <a:cubicBezTo>
                    <a:pt x="11780" y="5964"/>
                    <a:pt x="11780" y="5922"/>
                    <a:pt x="11780" y="5880"/>
                  </a:cubicBezTo>
                  <a:cubicBezTo>
                    <a:pt x="11780" y="5817"/>
                    <a:pt x="11780" y="5775"/>
                    <a:pt x="11759" y="5713"/>
                  </a:cubicBezTo>
                  <a:cubicBezTo>
                    <a:pt x="11759" y="5671"/>
                    <a:pt x="11759" y="5629"/>
                    <a:pt x="11759" y="5587"/>
                  </a:cubicBezTo>
                  <a:cubicBezTo>
                    <a:pt x="11759" y="5524"/>
                    <a:pt x="11759" y="5483"/>
                    <a:pt x="11759" y="5420"/>
                  </a:cubicBezTo>
                  <a:cubicBezTo>
                    <a:pt x="11759" y="5378"/>
                    <a:pt x="11738" y="5336"/>
                    <a:pt x="11738" y="5315"/>
                  </a:cubicBezTo>
                  <a:cubicBezTo>
                    <a:pt x="11738" y="5252"/>
                    <a:pt x="11738" y="5211"/>
                    <a:pt x="11738" y="5169"/>
                  </a:cubicBezTo>
                  <a:cubicBezTo>
                    <a:pt x="11738" y="5127"/>
                    <a:pt x="11717" y="5106"/>
                    <a:pt x="11717" y="5064"/>
                  </a:cubicBezTo>
                  <a:cubicBezTo>
                    <a:pt x="11717" y="5022"/>
                    <a:pt x="11717" y="4980"/>
                    <a:pt x="11717" y="4939"/>
                  </a:cubicBezTo>
                  <a:cubicBezTo>
                    <a:pt x="11696" y="4897"/>
                    <a:pt x="11696" y="4855"/>
                    <a:pt x="11696" y="4813"/>
                  </a:cubicBezTo>
                  <a:cubicBezTo>
                    <a:pt x="11696" y="4750"/>
                    <a:pt x="11675" y="4687"/>
                    <a:pt x="11675" y="4625"/>
                  </a:cubicBezTo>
                  <a:cubicBezTo>
                    <a:pt x="11654" y="4583"/>
                    <a:pt x="11654" y="4541"/>
                    <a:pt x="11654" y="4478"/>
                  </a:cubicBezTo>
                  <a:cubicBezTo>
                    <a:pt x="11634" y="4436"/>
                    <a:pt x="11634" y="4415"/>
                    <a:pt x="11634" y="4374"/>
                  </a:cubicBezTo>
                  <a:cubicBezTo>
                    <a:pt x="11613" y="4332"/>
                    <a:pt x="11613" y="4290"/>
                    <a:pt x="11613" y="4248"/>
                  </a:cubicBezTo>
                  <a:cubicBezTo>
                    <a:pt x="11592" y="4206"/>
                    <a:pt x="11592" y="4164"/>
                    <a:pt x="11592" y="4123"/>
                  </a:cubicBezTo>
                  <a:cubicBezTo>
                    <a:pt x="11571" y="4081"/>
                    <a:pt x="11571" y="4039"/>
                    <a:pt x="11571" y="3997"/>
                  </a:cubicBezTo>
                  <a:cubicBezTo>
                    <a:pt x="11550" y="3976"/>
                    <a:pt x="11550" y="3934"/>
                    <a:pt x="11550" y="3913"/>
                  </a:cubicBezTo>
                  <a:cubicBezTo>
                    <a:pt x="11529" y="3809"/>
                    <a:pt x="11508" y="3725"/>
                    <a:pt x="11487" y="3641"/>
                  </a:cubicBezTo>
                  <a:cubicBezTo>
                    <a:pt x="11466" y="3620"/>
                    <a:pt x="11466" y="3599"/>
                    <a:pt x="11466" y="3578"/>
                  </a:cubicBezTo>
                  <a:cubicBezTo>
                    <a:pt x="11445" y="3516"/>
                    <a:pt x="11445" y="3474"/>
                    <a:pt x="11424" y="3432"/>
                  </a:cubicBezTo>
                  <a:cubicBezTo>
                    <a:pt x="11424" y="3411"/>
                    <a:pt x="11403" y="3369"/>
                    <a:pt x="11403" y="3348"/>
                  </a:cubicBezTo>
                  <a:cubicBezTo>
                    <a:pt x="11382" y="3306"/>
                    <a:pt x="11382" y="3244"/>
                    <a:pt x="11362" y="3202"/>
                  </a:cubicBezTo>
                  <a:cubicBezTo>
                    <a:pt x="11362" y="3181"/>
                    <a:pt x="11341" y="3139"/>
                    <a:pt x="11341" y="3118"/>
                  </a:cubicBezTo>
                  <a:cubicBezTo>
                    <a:pt x="11320" y="3076"/>
                    <a:pt x="11320" y="3034"/>
                    <a:pt x="11299" y="2972"/>
                  </a:cubicBezTo>
                  <a:cubicBezTo>
                    <a:pt x="11299" y="2951"/>
                    <a:pt x="11278" y="2930"/>
                    <a:pt x="11278" y="2909"/>
                  </a:cubicBezTo>
                  <a:cubicBezTo>
                    <a:pt x="11257" y="2825"/>
                    <a:pt x="11215" y="2721"/>
                    <a:pt x="11194" y="2616"/>
                  </a:cubicBezTo>
                  <a:cubicBezTo>
                    <a:pt x="11173" y="2616"/>
                    <a:pt x="11173" y="2595"/>
                    <a:pt x="11173" y="2574"/>
                  </a:cubicBezTo>
                  <a:cubicBezTo>
                    <a:pt x="11152" y="2532"/>
                    <a:pt x="11131" y="2470"/>
                    <a:pt x="11110" y="2428"/>
                  </a:cubicBezTo>
                  <a:cubicBezTo>
                    <a:pt x="11110" y="2407"/>
                    <a:pt x="11090" y="2386"/>
                    <a:pt x="11090" y="2344"/>
                  </a:cubicBezTo>
                  <a:cubicBezTo>
                    <a:pt x="11069" y="2302"/>
                    <a:pt x="11048" y="2260"/>
                    <a:pt x="11027" y="2218"/>
                  </a:cubicBezTo>
                  <a:cubicBezTo>
                    <a:pt x="11027" y="2198"/>
                    <a:pt x="11006" y="2156"/>
                    <a:pt x="11006" y="2135"/>
                  </a:cubicBezTo>
                  <a:cubicBezTo>
                    <a:pt x="10985" y="2093"/>
                    <a:pt x="10964" y="2051"/>
                    <a:pt x="10943" y="1988"/>
                  </a:cubicBezTo>
                  <a:cubicBezTo>
                    <a:pt x="9876" y="1570"/>
                    <a:pt x="8621" y="1444"/>
                    <a:pt x="7240" y="1319"/>
                  </a:cubicBezTo>
                  <a:cubicBezTo>
                    <a:pt x="5398" y="1130"/>
                    <a:pt x="3348" y="942"/>
                    <a:pt x="12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9"/>
            <p:cNvSpPr/>
            <p:nvPr/>
          </p:nvSpPr>
          <p:spPr>
            <a:xfrm>
              <a:off x="6632968" y="1912519"/>
              <a:ext cx="180789" cy="260539"/>
            </a:xfrm>
            <a:custGeom>
              <a:rect b="b" l="l" r="r" t="t"/>
              <a:pathLst>
                <a:path extrusionOk="0" h="10977" w="7617">
                  <a:moveTo>
                    <a:pt x="5944" y="0"/>
                  </a:moveTo>
                  <a:cubicBezTo>
                    <a:pt x="4669" y="0"/>
                    <a:pt x="3461" y="542"/>
                    <a:pt x="2407" y="1289"/>
                  </a:cubicBezTo>
                  <a:cubicBezTo>
                    <a:pt x="1486" y="1958"/>
                    <a:pt x="670" y="2774"/>
                    <a:pt x="1" y="3527"/>
                  </a:cubicBezTo>
                  <a:cubicBezTo>
                    <a:pt x="84" y="4092"/>
                    <a:pt x="210" y="4657"/>
                    <a:pt x="377" y="5180"/>
                  </a:cubicBezTo>
                  <a:cubicBezTo>
                    <a:pt x="377" y="5201"/>
                    <a:pt x="377" y="5201"/>
                    <a:pt x="377" y="5201"/>
                  </a:cubicBezTo>
                  <a:cubicBezTo>
                    <a:pt x="398" y="5285"/>
                    <a:pt x="440" y="5369"/>
                    <a:pt x="461" y="5452"/>
                  </a:cubicBezTo>
                  <a:cubicBezTo>
                    <a:pt x="461" y="5452"/>
                    <a:pt x="461" y="5473"/>
                    <a:pt x="482" y="5494"/>
                  </a:cubicBezTo>
                  <a:cubicBezTo>
                    <a:pt x="503" y="5557"/>
                    <a:pt x="524" y="5641"/>
                    <a:pt x="545" y="5703"/>
                  </a:cubicBezTo>
                  <a:cubicBezTo>
                    <a:pt x="566" y="5724"/>
                    <a:pt x="566" y="5745"/>
                    <a:pt x="566" y="5745"/>
                  </a:cubicBezTo>
                  <a:cubicBezTo>
                    <a:pt x="586" y="5829"/>
                    <a:pt x="628" y="5892"/>
                    <a:pt x="649" y="5955"/>
                  </a:cubicBezTo>
                  <a:cubicBezTo>
                    <a:pt x="649" y="5975"/>
                    <a:pt x="670" y="5996"/>
                    <a:pt x="670" y="6017"/>
                  </a:cubicBezTo>
                  <a:cubicBezTo>
                    <a:pt x="691" y="6080"/>
                    <a:pt x="733" y="6143"/>
                    <a:pt x="754" y="6227"/>
                  </a:cubicBezTo>
                  <a:cubicBezTo>
                    <a:pt x="754" y="6227"/>
                    <a:pt x="775" y="6247"/>
                    <a:pt x="775" y="6268"/>
                  </a:cubicBezTo>
                  <a:cubicBezTo>
                    <a:pt x="796" y="6331"/>
                    <a:pt x="838" y="6415"/>
                    <a:pt x="859" y="6478"/>
                  </a:cubicBezTo>
                  <a:cubicBezTo>
                    <a:pt x="879" y="6499"/>
                    <a:pt x="879" y="6499"/>
                    <a:pt x="879" y="6519"/>
                  </a:cubicBezTo>
                  <a:cubicBezTo>
                    <a:pt x="921" y="6603"/>
                    <a:pt x="942" y="6666"/>
                    <a:pt x="984" y="6729"/>
                  </a:cubicBezTo>
                  <a:cubicBezTo>
                    <a:pt x="984" y="6750"/>
                    <a:pt x="1005" y="6750"/>
                    <a:pt x="1005" y="6771"/>
                  </a:cubicBezTo>
                  <a:cubicBezTo>
                    <a:pt x="1047" y="6833"/>
                    <a:pt x="1068" y="6917"/>
                    <a:pt x="1110" y="6980"/>
                  </a:cubicBezTo>
                  <a:cubicBezTo>
                    <a:pt x="1110" y="7001"/>
                    <a:pt x="1131" y="7001"/>
                    <a:pt x="1131" y="7022"/>
                  </a:cubicBezTo>
                  <a:cubicBezTo>
                    <a:pt x="1172" y="7084"/>
                    <a:pt x="1193" y="7147"/>
                    <a:pt x="1235" y="7231"/>
                  </a:cubicBezTo>
                  <a:cubicBezTo>
                    <a:pt x="1235" y="7231"/>
                    <a:pt x="1256" y="7252"/>
                    <a:pt x="1256" y="7273"/>
                  </a:cubicBezTo>
                  <a:cubicBezTo>
                    <a:pt x="1298" y="7335"/>
                    <a:pt x="1340" y="7398"/>
                    <a:pt x="1382" y="7482"/>
                  </a:cubicBezTo>
                  <a:cubicBezTo>
                    <a:pt x="1382" y="7482"/>
                    <a:pt x="1382" y="7503"/>
                    <a:pt x="1403" y="7503"/>
                  </a:cubicBezTo>
                  <a:cubicBezTo>
                    <a:pt x="1444" y="7587"/>
                    <a:pt x="1486" y="7649"/>
                    <a:pt x="1528" y="7733"/>
                  </a:cubicBezTo>
                  <a:cubicBezTo>
                    <a:pt x="1737" y="8047"/>
                    <a:pt x="1947" y="8361"/>
                    <a:pt x="2177" y="8654"/>
                  </a:cubicBezTo>
                  <a:cubicBezTo>
                    <a:pt x="2177" y="8654"/>
                    <a:pt x="2177" y="8675"/>
                    <a:pt x="2177" y="8675"/>
                  </a:cubicBezTo>
                  <a:cubicBezTo>
                    <a:pt x="2239" y="8737"/>
                    <a:pt x="2281" y="8800"/>
                    <a:pt x="2344" y="8863"/>
                  </a:cubicBezTo>
                  <a:cubicBezTo>
                    <a:pt x="2344" y="8884"/>
                    <a:pt x="2365" y="8905"/>
                    <a:pt x="2365" y="8905"/>
                  </a:cubicBezTo>
                  <a:cubicBezTo>
                    <a:pt x="2407" y="8968"/>
                    <a:pt x="2470" y="9030"/>
                    <a:pt x="2511" y="9072"/>
                  </a:cubicBezTo>
                  <a:cubicBezTo>
                    <a:pt x="2532" y="9093"/>
                    <a:pt x="2532" y="9114"/>
                    <a:pt x="2553" y="9135"/>
                  </a:cubicBezTo>
                  <a:cubicBezTo>
                    <a:pt x="2595" y="9177"/>
                    <a:pt x="2637" y="9240"/>
                    <a:pt x="2700" y="9281"/>
                  </a:cubicBezTo>
                  <a:cubicBezTo>
                    <a:pt x="2700" y="9302"/>
                    <a:pt x="2721" y="9323"/>
                    <a:pt x="2742" y="9344"/>
                  </a:cubicBezTo>
                  <a:cubicBezTo>
                    <a:pt x="2783" y="9386"/>
                    <a:pt x="2825" y="9449"/>
                    <a:pt x="2867" y="9491"/>
                  </a:cubicBezTo>
                  <a:cubicBezTo>
                    <a:pt x="2888" y="9512"/>
                    <a:pt x="2909" y="9532"/>
                    <a:pt x="2930" y="9553"/>
                  </a:cubicBezTo>
                  <a:cubicBezTo>
                    <a:pt x="2972" y="9595"/>
                    <a:pt x="3014" y="9637"/>
                    <a:pt x="3055" y="9679"/>
                  </a:cubicBezTo>
                  <a:cubicBezTo>
                    <a:pt x="3076" y="9700"/>
                    <a:pt x="3097" y="9721"/>
                    <a:pt x="3118" y="9742"/>
                  </a:cubicBezTo>
                  <a:cubicBezTo>
                    <a:pt x="3181" y="9784"/>
                    <a:pt x="3223" y="9825"/>
                    <a:pt x="3265" y="9867"/>
                  </a:cubicBezTo>
                  <a:cubicBezTo>
                    <a:pt x="3286" y="9888"/>
                    <a:pt x="3307" y="9930"/>
                    <a:pt x="3327" y="9930"/>
                  </a:cubicBezTo>
                  <a:cubicBezTo>
                    <a:pt x="3369" y="9972"/>
                    <a:pt x="3411" y="10035"/>
                    <a:pt x="3453" y="10076"/>
                  </a:cubicBezTo>
                  <a:cubicBezTo>
                    <a:pt x="3474" y="10076"/>
                    <a:pt x="3516" y="10097"/>
                    <a:pt x="3537" y="10118"/>
                  </a:cubicBezTo>
                  <a:cubicBezTo>
                    <a:pt x="3579" y="10160"/>
                    <a:pt x="3620" y="10202"/>
                    <a:pt x="3662" y="10244"/>
                  </a:cubicBezTo>
                  <a:cubicBezTo>
                    <a:pt x="3683" y="10265"/>
                    <a:pt x="3704" y="10286"/>
                    <a:pt x="3746" y="10307"/>
                  </a:cubicBezTo>
                  <a:cubicBezTo>
                    <a:pt x="3788" y="10348"/>
                    <a:pt x="3830" y="10390"/>
                    <a:pt x="3892" y="10432"/>
                  </a:cubicBezTo>
                  <a:cubicBezTo>
                    <a:pt x="3913" y="10453"/>
                    <a:pt x="3934" y="10474"/>
                    <a:pt x="3955" y="10495"/>
                  </a:cubicBezTo>
                  <a:cubicBezTo>
                    <a:pt x="3997" y="10537"/>
                    <a:pt x="4060" y="10579"/>
                    <a:pt x="4102" y="10600"/>
                  </a:cubicBezTo>
                  <a:cubicBezTo>
                    <a:pt x="4123" y="10620"/>
                    <a:pt x="4144" y="10641"/>
                    <a:pt x="4164" y="10662"/>
                  </a:cubicBezTo>
                  <a:cubicBezTo>
                    <a:pt x="4227" y="10704"/>
                    <a:pt x="4269" y="10746"/>
                    <a:pt x="4332" y="10788"/>
                  </a:cubicBezTo>
                  <a:cubicBezTo>
                    <a:pt x="4353" y="10809"/>
                    <a:pt x="4374" y="10809"/>
                    <a:pt x="4395" y="10830"/>
                  </a:cubicBezTo>
                  <a:cubicBezTo>
                    <a:pt x="4457" y="10872"/>
                    <a:pt x="4520" y="10913"/>
                    <a:pt x="4583" y="10976"/>
                  </a:cubicBezTo>
                  <a:lnTo>
                    <a:pt x="4604" y="10976"/>
                  </a:lnTo>
                  <a:cubicBezTo>
                    <a:pt x="4604" y="10265"/>
                    <a:pt x="4646" y="9532"/>
                    <a:pt x="4729" y="8800"/>
                  </a:cubicBezTo>
                  <a:cubicBezTo>
                    <a:pt x="5085" y="5913"/>
                    <a:pt x="6194" y="2983"/>
                    <a:pt x="7617" y="326"/>
                  </a:cubicBezTo>
                  <a:cubicBezTo>
                    <a:pt x="7051" y="100"/>
                    <a:pt x="6492" y="0"/>
                    <a:pt x="59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9"/>
            <p:cNvSpPr/>
            <p:nvPr/>
          </p:nvSpPr>
          <p:spPr>
            <a:xfrm>
              <a:off x="6834095" y="1867613"/>
              <a:ext cx="285580" cy="340194"/>
            </a:xfrm>
            <a:custGeom>
              <a:rect b="b" l="l" r="r" t="t"/>
              <a:pathLst>
                <a:path extrusionOk="0" h="14333" w="12032">
                  <a:moveTo>
                    <a:pt x="1193" y="0"/>
                  </a:moveTo>
                  <a:cubicBezTo>
                    <a:pt x="775" y="628"/>
                    <a:pt x="377" y="1276"/>
                    <a:pt x="1" y="1946"/>
                  </a:cubicBezTo>
                  <a:cubicBezTo>
                    <a:pt x="3118" y="3704"/>
                    <a:pt x="4520" y="9646"/>
                    <a:pt x="5504" y="13852"/>
                  </a:cubicBezTo>
                  <a:cubicBezTo>
                    <a:pt x="5545" y="14019"/>
                    <a:pt x="5566" y="14186"/>
                    <a:pt x="5608" y="14333"/>
                  </a:cubicBezTo>
                  <a:cubicBezTo>
                    <a:pt x="6131" y="14186"/>
                    <a:pt x="6613" y="13977"/>
                    <a:pt x="7094" y="13747"/>
                  </a:cubicBezTo>
                  <a:cubicBezTo>
                    <a:pt x="7177" y="13705"/>
                    <a:pt x="7261" y="13684"/>
                    <a:pt x="7345" y="13642"/>
                  </a:cubicBezTo>
                  <a:cubicBezTo>
                    <a:pt x="7408" y="13600"/>
                    <a:pt x="7491" y="13559"/>
                    <a:pt x="7575" y="13517"/>
                  </a:cubicBezTo>
                  <a:cubicBezTo>
                    <a:pt x="7659" y="13475"/>
                    <a:pt x="7722" y="13433"/>
                    <a:pt x="7805" y="13391"/>
                  </a:cubicBezTo>
                  <a:cubicBezTo>
                    <a:pt x="7889" y="13328"/>
                    <a:pt x="7952" y="13287"/>
                    <a:pt x="8035" y="13245"/>
                  </a:cubicBezTo>
                  <a:cubicBezTo>
                    <a:pt x="8119" y="13203"/>
                    <a:pt x="8182" y="13161"/>
                    <a:pt x="8266" y="13119"/>
                  </a:cubicBezTo>
                  <a:cubicBezTo>
                    <a:pt x="8266" y="13119"/>
                    <a:pt x="8266" y="13098"/>
                    <a:pt x="8266" y="13098"/>
                  </a:cubicBezTo>
                  <a:cubicBezTo>
                    <a:pt x="8328" y="13056"/>
                    <a:pt x="8412" y="13015"/>
                    <a:pt x="8475" y="12973"/>
                  </a:cubicBezTo>
                  <a:cubicBezTo>
                    <a:pt x="8475" y="12973"/>
                    <a:pt x="8475" y="12973"/>
                    <a:pt x="8475" y="12952"/>
                  </a:cubicBezTo>
                  <a:cubicBezTo>
                    <a:pt x="8558" y="12910"/>
                    <a:pt x="8621" y="12868"/>
                    <a:pt x="8705" y="12826"/>
                  </a:cubicBezTo>
                  <a:cubicBezTo>
                    <a:pt x="8705" y="12805"/>
                    <a:pt x="8705" y="12805"/>
                    <a:pt x="8705" y="12805"/>
                  </a:cubicBezTo>
                  <a:cubicBezTo>
                    <a:pt x="8768" y="12764"/>
                    <a:pt x="8830" y="12722"/>
                    <a:pt x="8914" y="12659"/>
                  </a:cubicBezTo>
                  <a:cubicBezTo>
                    <a:pt x="8977" y="12596"/>
                    <a:pt x="9061" y="12554"/>
                    <a:pt x="9123" y="12492"/>
                  </a:cubicBezTo>
                  <a:cubicBezTo>
                    <a:pt x="9186" y="12450"/>
                    <a:pt x="9270" y="12387"/>
                    <a:pt x="9333" y="12324"/>
                  </a:cubicBezTo>
                  <a:cubicBezTo>
                    <a:pt x="9395" y="12282"/>
                    <a:pt x="9458" y="12220"/>
                    <a:pt x="9521" y="12157"/>
                  </a:cubicBezTo>
                  <a:lnTo>
                    <a:pt x="9542" y="12157"/>
                  </a:lnTo>
                  <a:cubicBezTo>
                    <a:pt x="9605" y="12094"/>
                    <a:pt x="9667" y="12052"/>
                    <a:pt x="9730" y="11989"/>
                  </a:cubicBezTo>
                  <a:cubicBezTo>
                    <a:pt x="9793" y="11927"/>
                    <a:pt x="9856" y="11864"/>
                    <a:pt x="9918" y="11801"/>
                  </a:cubicBezTo>
                  <a:lnTo>
                    <a:pt x="9939" y="11801"/>
                  </a:lnTo>
                  <a:cubicBezTo>
                    <a:pt x="10002" y="11738"/>
                    <a:pt x="10065" y="11676"/>
                    <a:pt x="10107" y="11613"/>
                  </a:cubicBezTo>
                  <a:lnTo>
                    <a:pt x="10128" y="11613"/>
                  </a:lnTo>
                  <a:cubicBezTo>
                    <a:pt x="10190" y="11550"/>
                    <a:pt x="10232" y="11487"/>
                    <a:pt x="10295" y="11424"/>
                  </a:cubicBezTo>
                  <a:lnTo>
                    <a:pt x="10316" y="11424"/>
                  </a:lnTo>
                  <a:cubicBezTo>
                    <a:pt x="10358" y="11362"/>
                    <a:pt x="10421" y="11299"/>
                    <a:pt x="10483" y="11236"/>
                  </a:cubicBezTo>
                  <a:cubicBezTo>
                    <a:pt x="10546" y="11173"/>
                    <a:pt x="10609" y="11090"/>
                    <a:pt x="10672" y="11027"/>
                  </a:cubicBezTo>
                  <a:cubicBezTo>
                    <a:pt x="10714" y="10964"/>
                    <a:pt x="10776" y="10901"/>
                    <a:pt x="10839" y="10839"/>
                  </a:cubicBezTo>
                  <a:cubicBezTo>
                    <a:pt x="10839" y="10818"/>
                    <a:pt x="10839" y="10818"/>
                    <a:pt x="10839" y="10818"/>
                  </a:cubicBezTo>
                  <a:cubicBezTo>
                    <a:pt x="10902" y="10755"/>
                    <a:pt x="10944" y="10692"/>
                    <a:pt x="11007" y="10608"/>
                  </a:cubicBezTo>
                  <a:cubicBezTo>
                    <a:pt x="11069" y="10546"/>
                    <a:pt x="11111" y="10483"/>
                    <a:pt x="11174" y="10399"/>
                  </a:cubicBezTo>
                  <a:cubicBezTo>
                    <a:pt x="11216" y="10336"/>
                    <a:pt x="11279" y="10253"/>
                    <a:pt x="11320" y="10190"/>
                  </a:cubicBezTo>
                  <a:cubicBezTo>
                    <a:pt x="11383" y="10106"/>
                    <a:pt x="11425" y="10043"/>
                    <a:pt x="11488" y="9960"/>
                  </a:cubicBezTo>
                  <a:cubicBezTo>
                    <a:pt x="11676" y="9667"/>
                    <a:pt x="11864" y="9353"/>
                    <a:pt x="12032" y="9039"/>
                  </a:cubicBezTo>
                  <a:cubicBezTo>
                    <a:pt x="9939" y="5001"/>
                    <a:pt x="5608" y="1988"/>
                    <a:pt x="1256" y="42"/>
                  </a:cubicBezTo>
                  <a:cubicBezTo>
                    <a:pt x="1235" y="21"/>
                    <a:pt x="1214" y="21"/>
                    <a:pt x="11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9"/>
            <p:cNvSpPr/>
            <p:nvPr/>
          </p:nvSpPr>
          <p:spPr>
            <a:xfrm>
              <a:off x="6756625" y="1926712"/>
              <a:ext cx="196692" cy="293009"/>
            </a:xfrm>
            <a:custGeom>
              <a:rect b="b" l="l" r="r" t="t"/>
              <a:pathLst>
                <a:path extrusionOk="0" h="12345" w="8287">
                  <a:moveTo>
                    <a:pt x="2972" y="0"/>
                  </a:moveTo>
                  <a:cubicBezTo>
                    <a:pt x="1570" y="2595"/>
                    <a:pt x="503" y="5482"/>
                    <a:pt x="147" y="8286"/>
                  </a:cubicBezTo>
                  <a:cubicBezTo>
                    <a:pt x="42" y="9123"/>
                    <a:pt x="1" y="9960"/>
                    <a:pt x="42" y="10797"/>
                  </a:cubicBezTo>
                  <a:cubicBezTo>
                    <a:pt x="84" y="10818"/>
                    <a:pt x="147" y="10859"/>
                    <a:pt x="189" y="10880"/>
                  </a:cubicBezTo>
                  <a:cubicBezTo>
                    <a:pt x="210" y="10901"/>
                    <a:pt x="210" y="10901"/>
                    <a:pt x="231" y="10901"/>
                  </a:cubicBezTo>
                  <a:cubicBezTo>
                    <a:pt x="294" y="10943"/>
                    <a:pt x="335" y="10964"/>
                    <a:pt x="398" y="11006"/>
                  </a:cubicBezTo>
                  <a:lnTo>
                    <a:pt x="419" y="11006"/>
                  </a:lnTo>
                  <a:cubicBezTo>
                    <a:pt x="524" y="11069"/>
                    <a:pt x="649" y="11131"/>
                    <a:pt x="754" y="11194"/>
                  </a:cubicBezTo>
                  <a:cubicBezTo>
                    <a:pt x="817" y="11215"/>
                    <a:pt x="858" y="11236"/>
                    <a:pt x="900" y="11257"/>
                  </a:cubicBezTo>
                  <a:cubicBezTo>
                    <a:pt x="942" y="11278"/>
                    <a:pt x="963" y="11278"/>
                    <a:pt x="984" y="11299"/>
                  </a:cubicBezTo>
                  <a:cubicBezTo>
                    <a:pt x="1026" y="11320"/>
                    <a:pt x="1068" y="11341"/>
                    <a:pt x="1110" y="11362"/>
                  </a:cubicBezTo>
                  <a:cubicBezTo>
                    <a:pt x="1151" y="11362"/>
                    <a:pt x="1172" y="11383"/>
                    <a:pt x="1193" y="11403"/>
                  </a:cubicBezTo>
                  <a:cubicBezTo>
                    <a:pt x="1256" y="11424"/>
                    <a:pt x="1319" y="11445"/>
                    <a:pt x="1382" y="11466"/>
                  </a:cubicBezTo>
                  <a:cubicBezTo>
                    <a:pt x="1423" y="11487"/>
                    <a:pt x="1486" y="11508"/>
                    <a:pt x="1528" y="11529"/>
                  </a:cubicBezTo>
                  <a:cubicBezTo>
                    <a:pt x="1570" y="11550"/>
                    <a:pt x="1612" y="11571"/>
                    <a:pt x="1633" y="11571"/>
                  </a:cubicBezTo>
                  <a:cubicBezTo>
                    <a:pt x="1675" y="11592"/>
                    <a:pt x="1716" y="11613"/>
                    <a:pt x="1758" y="11634"/>
                  </a:cubicBezTo>
                  <a:cubicBezTo>
                    <a:pt x="1800" y="11634"/>
                    <a:pt x="1842" y="11655"/>
                    <a:pt x="1863" y="11675"/>
                  </a:cubicBezTo>
                  <a:cubicBezTo>
                    <a:pt x="1926" y="11675"/>
                    <a:pt x="1967" y="11696"/>
                    <a:pt x="2009" y="11717"/>
                  </a:cubicBezTo>
                  <a:cubicBezTo>
                    <a:pt x="2030" y="11717"/>
                    <a:pt x="2072" y="11738"/>
                    <a:pt x="2093" y="11738"/>
                  </a:cubicBezTo>
                  <a:cubicBezTo>
                    <a:pt x="2177" y="11780"/>
                    <a:pt x="2260" y="11801"/>
                    <a:pt x="2323" y="11822"/>
                  </a:cubicBezTo>
                  <a:cubicBezTo>
                    <a:pt x="2344" y="11822"/>
                    <a:pt x="2365" y="11843"/>
                    <a:pt x="2386" y="11843"/>
                  </a:cubicBezTo>
                  <a:cubicBezTo>
                    <a:pt x="2449" y="11864"/>
                    <a:pt x="2511" y="11885"/>
                    <a:pt x="2574" y="11906"/>
                  </a:cubicBezTo>
                  <a:cubicBezTo>
                    <a:pt x="2595" y="11906"/>
                    <a:pt x="2637" y="11906"/>
                    <a:pt x="2658" y="11927"/>
                  </a:cubicBezTo>
                  <a:cubicBezTo>
                    <a:pt x="2721" y="11927"/>
                    <a:pt x="2763" y="11947"/>
                    <a:pt x="2825" y="11968"/>
                  </a:cubicBezTo>
                  <a:cubicBezTo>
                    <a:pt x="2846" y="11968"/>
                    <a:pt x="2888" y="11989"/>
                    <a:pt x="2909" y="11989"/>
                  </a:cubicBezTo>
                  <a:cubicBezTo>
                    <a:pt x="2993" y="12010"/>
                    <a:pt x="3076" y="12031"/>
                    <a:pt x="3160" y="12052"/>
                  </a:cubicBezTo>
                  <a:cubicBezTo>
                    <a:pt x="3265" y="12073"/>
                    <a:pt x="3348" y="12094"/>
                    <a:pt x="3453" y="12115"/>
                  </a:cubicBezTo>
                  <a:cubicBezTo>
                    <a:pt x="3495" y="12115"/>
                    <a:pt x="3516" y="12136"/>
                    <a:pt x="3558" y="12136"/>
                  </a:cubicBezTo>
                  <a:cubicBezTo>
                    <a:pt x="3620" y="12157"/>
                    <a:pt x="3704" y="12157"/>
                    <a:pt x="3767" y="12178"/>
                  </a:cubicBezTo>
                  <a:cubicBezTo>
                    <a:pt x="3809" y="12178"/>
                    <a:pt x="3851" y="12178"/>
                    <a:pt x="3871" y="12199"/>
                  </a:cubicBezTo>
                  <a:cubicBezTo>
                    <a:pt x="3934" y="12199"/>
                    <a:pt x="4018" y="12219"/>
                    <a:pt x="4081" y="12219"/>
                  </a:cubicBezTo>
                  <a:cubicBezTo>
                    <a:pt x="4102" y="12219"/>
                    <a:pt x="4143" y="12240"/>
                    <a:pt x="4185" y="12240"/>
                  </a:cubicBezTo>
                  <a:cubicBezTo>
                    <a:pt x="4248" y="12240"/>
                    <a:pt x="4311" y="12261"/>
                    <a:pt x="4395" y="12261"/>
                  </a:cubicBezTo>
                  <a:cubicBezTo>
                    <a:pt x="4415" y="12261"/>
                    <a:pt x="4457" y="12261"/>
                    <a:pt x="4499" y="12282"/>
                  </a:cubicBezTo>
                  <a:cubicBezTo>
                    <a:pt x="4583" y="12282"/>
                    <a:pt x="4646" y="12282"/>
                    <a:pt x="4729" y="12303"/>
                  </a:cubicBezTo>
                  <a:lnTo>
                    <a:pt x="4792" y="12303"/>
                  </a:lnTo>
                  <a:cubicBezTo>
                    <a:pt x="4897" y="12303"/>
                    <a:pt x="5001" y="12324"/>
                    <a:pt x="5106" y="12324"/>
                  </a:cubicBezTo>
                  <a:lnTo>
                    <a:pt x="5399" y="12324"/>
                  </a:lnTo>
                  <a:cubicBezTo>
                    <a:pt x="5441" y="12324"/>
                    <a:pt x="5483" y="12345"/>
                    <a:pt x="5504" y="12345"/>
                  </a:cubicBezTo>
                  <a:lnTo>
                    <a:pt x="5713" y="12345"/>
                  </a:lnTo>
                  <a:cubicBezTo>
                    <a:pt x="5734" y="12345"/>
                    <a:pt x="5776" y="12345"/>
                    <a:pt x="5817" y="12324"/>
                  </a:cubicBezTo>
                  <a:lnTo>
                    <a:pt x="6340" y="12324"/>
                  </a:lnTo>
                  <a:cubicBezTo>
                    <a:pt x="6361" y="12303"/>
                    <a:pt x="6382" y="12303"/>
                    <a:pt x="6424" y="12303"/>
                  </a:cubicBezTo>
                  <a:cubicBezTo>
                    <a:pt x="6508" y="12303"/>
                    <a:pt x="6612" y="12303"/>
                    <a:pt x="6717" y="12282"/>
                  </a:cubicBezTo>
                  <a:lnTo>
                    <a:pt x="6780" y="12282"/>
                  </a:lnTo>
                  <a:cubicBezTo>
                    <a:pt x="6843" y="12261"/>
                    <a:pt x="6926" y="12261"/>
                    <a:pt x="7010" y="12261"/>
                  </a:cubicBezTo>
                  <a:cubicBezTo>
                    <a:pt x="7031" y="12240"/>
                    <a:pt x="7073" y="12240"/>
                    <a:pt x="7115" y="12240"/>
                  </a:cubicBezTo>
                  <a:cubicBezTo>
                    <a:pt x="7177" y="12219"/>
                    <a:pt x="7240" y="12219"/>
                    <a:pt x="7303" y="12219"/>
                  </a:cubicBezTo>
                  <a:cubicBezTo>
                    <a:pt x="7345" y="12199"/>
                    <a:pt x="7366" y="12199"/>
                    <a:pt x="7408" y="12199"/>
                  </a:cubicBezTo>
                  <a:cubicBezTo>
                    <a:pt x="7470" y="12178"/>
                    <a:pt x="7533" y="12178"/>
                    <a:pt x="7596" y="12157"/>
                  </a:cubicBezTo>
                  <a:cubicBezTo>
                    <a:pt x="7638" y="12157"/>
                    <a:pt x="7680" y="12136"/>
                    <a:pt x="7701" y="12136"/>
                  </a:cubicBezTo>
                  <a:cubicBezTo>
                    <a:pt x="7763" y="12136"/>
                    <a:pt x="7826" y="12115"/>
                    <a:pt x="7889" y="12094"/>
                  </a:cubicBezTo>
                  <a:cubicBezTo>
                    <a:pt x="7931" y="12094"/>
                    <a:pt x="7973" y="12094"/>
                    <a:pt x="7993" y="12073"/>
                  </a:cubicBezTo>
                  <a:cubicBezTo>
                    <a:pt x="8077" y="12052"/>
                    <a:pt x="8182" y="12031"/>
                    <a:pt x="8265" y="12010"/>
                  </a:cubicBezTo>
                  <a:lnTo>
                    <a:pt x="8286" y="12010"/>
                  </a:lnTo>
                  <a:cubicBezTo>
                    <a:pt x="8245" y="11843"/>
                    <a:pt x="8203" y="11675"/>
                    <a:pt x="8161" y="11508"/>
                  </a:cubicBezTo>
                  <a:cubicBezTo>
                    <a:pt x="7198" y="7407"/>
                    <a:pt x="5838" y="1632"/>
                    <a:pt x="29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9"/>
            <p:cNvSpPr/>
            <p:nvPr/>
          </p:nvSpPr>
          <p:spPr>
            <a:xfrm>
              <a:off x="6687106" y="1712174"/>
              <a:ext cx="201154" cy="137070"/>
            </a:xfrm>
            <a:custGeom>
              <a:rect b="b" l="l" r="r" t="t"/>
              <a:pathLst>
                <a:path extrusionOk="0" h="5775" w="8475">
                  <a:moveTo>
                    <a:pt x="5231" y="0"/>
                  </a:moveTo>
                  <a:cubicBezTo>
                    <a:pt x="5106" y="42"/>
                    <a:pt x="4980" y="84"/>
                    <a:pt x="4855" y="126"/>
                  </a:cubicBezTo>
                  <a:lnTo>
                    <a:pt x="4834" y="126"/>
                  </a:lnTo>
                  <a:cubicBezTo>
                    <a:pt x="4583" y="230"/>
                    <a:pt x="4352" y="314"/>
                    <a:pt x="4101" y="419"/>
                  </a:cubicBezTo>
                  <a:cubicBezTo>
                    <a:pt x="4101" y="439"/>
                    <a:pt x="4080" y="439"/>
                    <a:pt x="4080" y="439"/>
                  </a:cubicBezTo>
                  <a:cubicBezTo>
                    <a:pt x="3850" y="544"/>
                    <a:pt x="3620" y="649"/>
                    <a:pt x="3390" y="774"/>
                  </a:cubicBezTo>
                  <a:cubicBezTo>
                    <a:pt x="3369" y="795"/>
                    <a:pt x="3369" y="795"/>
                    <a:pt x="3369" y="795"/>
                  </a:cubicBezTo>
                  <a:cubicBezTo>
                    <a:pt x="3139" y="921"/>
                    <a:pt x="2909" y="1046"/>
                    <a:pt x="2699" y="1193"/>
                  </a:cubicBezTo>
                  <a:lnTo>
                    <a:pt x="2679" y="1193"/>
                  </a:lnTo>
                  <a:cubicBezTo>
                    <a:pt x="2448" y="1339"/>
                    <a:pt x="2239" y="1486"/>
                    <a:pt x="2030" y="1632"/>
                  </a:cubicBezTo>
                  <a:cubicBezTo>
                    <a:pt x="2030" y="1653"/>
                    <a:pt x="2009" y="1653"/>
                    <a:pt x="2009" y="1653"/>
                  </a:cubicBezTo>
                  <a:cubicBezTo>
                    <a:pt x="1800" y="1820"/>
                    <a:pt x="1611" y="1967"/>
                    <a:pt x="1402" y="2134"/>
                  </a:cubicBezTo>
                  <a:cubicBezTo>
                    <a:pt x="1402" y="2155"/>
                    <a:pt x="1402" y="2155"/>
                    <a:pt x="1381" y="2155"/>
                  </a:cubicBezTo>
                  <a:cubicBezTo>
                    <a:pt x="1193" y="2323"/>
                    <a:pt x="1005" y="2511"/>
                    <a:pt x="816" y="2699"/>
                  </a:cubicBezTo>
                  <a:lnTo>
                    <a:pt x="795" y="2699"/>
                  </a:lnTo>
                  <a:cubicBezTo>
                    <a:pt x="607" y="2888"/>
                    <a:pt x="440" y="3097"/>
                    <a:pt x="272" y="3285"/>
                  </a:cubicBezTo>
                  <a:cubicBezTo>
                    <a:pt x="251" y="3285"/>
                    <a:pt x="251" y="3285"/>
                    <a:pt x="251" y="3306"/>
                  </a:cubicBezTo>
                  <a:cubicBezTo>
                    <a:pt x="168" y="3390"/>
                    <a:pt x="84" y="3494"/>
                    <a:pt x="0" y="3599"/>
                  </a:cubicBezTo>
                  <a:cubicBezTo>
                    <a:pt x="2093" y="3976"/>
                    <a:pt x="4624" y="4687"/>
                    <a:pt x="7156" y="5775"/>
                  </a:cubicBezTo>
                  <a:cubicBezTo>
                    <a:pt x="7344" y="5482"/>
                    <a:pt x="7554" y="5210"/>
                    <a:pt x="7742" y="4938"/>
                  </a:cubicBezTo>
                  <a:cubicBezTo>
                    <a:pt x="7993" y="4603"/>
                    <a:pt x="8223" y="4268"/>
                    <a:pt x="8474" y="3955"/>
                  </a:cubicBezTo>
                  <a:cubicBezTo>
                    <a:pt x="6068" y="2699"/>
                    <a:pt x="5315" y="1276"/>
                    <a:pt x="5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9"/>
            <p:cNvSpPr/>
            <p:nvPr/>
          </p:nvSpPr>
          <p:spPr>
            <a:xfrm>
              <a:off x="6826144" y="1699737"/>
              <a:ext cx="151002" cy="94893"/>
            </a:xfrm>
            <a:custGeom>
              <a:rect b="b" l="l" r="r" t="t"/>
              <a:pathLst>
                <a:path extrusionOk="0" h="3998" w="6362">
                  <a:moveTo>
                    <a:pt x="2219" y="1"/>
                  </a:moveTo>
                  <a:cubicBezTo>
                    <a:pt x="2010" y="22"/>
                    <a:pt x="1800" y="22"/>
                    <a:pt x="1591" y="64"/>
                  </a:cubicBezTo>
                  <a:lnTo>
                    <a:pt x="1570" y="64"/>
                  </a:lnTo>
                  <a:cubicBezTo>
                    <a:pt x="1466" y="64"/>
                    <a:pt x="1382" y="85"/>
                    <a:pt x="1277" y="85"/>
                  </a:cubicBezTo>
                  <a:cubicBezTo>
                    <a:pt x="1277" y="85"/>
                    <a:pt x="1256" y="85"/>
                    <a:pt x="1235" y="106"/>
                  </a:cubicBezTo>
                  <a:cubicBezTo>
                    <a:pt x="1152" y="106"/>
                    <a:pt x="1068" y="127"/>
                    <a:pt x="963" y="127"/>
                  </a:cubicBezTo>
                  <a:cubicBezTo>
                    <a:pt x="963" y="147"/>
                    <a:pt x="942" y="147"/>
                    <a:pt x="942" y="147"/>
                  </a:cubicBezTo>
                  <a:cubicBezTo>
                    <a:pt x="629" y="189"/>
                    <a:pt x="315" y="252"/>
                    <a:pt x="1" y="336"/>
                  </a:cubicBezTo>
                  <a:cubicBezTo>
                    <a:pt x="64" y="1507"/>
                    <a:pt x="733" y="2826"/>
                    <a:pt x="3014" y="3997"/>
                  </a:cubicBezTo>
                  <a:cubicBezTo>
                    <a:pt x="4165" y="2575"/>
                    <a:pt x="5336" y="1424"/>
                    <a:pt x="6362" y="629"/>
                  </a:cubicBezTo>
                  <a:cubicBezTo>
                    <a:pt x="6278" y="587"/>
                    <a:pt x="6173" y="566"/>
                    <a:pt x="6090" y="524"/>
                  </a:cubicBezTo>
                  <a:cubicBezTo>
                    <a:pt x="5985" y="503"/>
                    <a:pt x="5901" y="482"/>
                    <a:pt x="5818" y="440"/>
                  </a:cubicBezTo>
                  <a:lnTo>
                    <a:pt x="5776" y="440"/>
                  </a:lnTo>
                  <a:cubicBezTo>
                    <a:pt x="5692" y="419"/>
                    <a:pt x="5608" y="399"/>
                    <a:pt x="5525" y="378"/>
                  </a:cubicBezTo>
                  <a:cubicBezTo>
                    <a:pt x="5525" y="357"/>
                    <a:pt x="5504" y="357"/>
                    <a:pt x="5483" y="357"/>
                  </a:cubicBezTo>
                  <a:cubicBezTo>
                    <a:pt x="5399" y="336"/>
                    <a:pt x="5295" y="315"/>
                    <a:pt x="5190" y="294"/>
                  </a:cubicBezTo>
                  <a:cubicBezTo>
                    <a:pt x="5085" y="252"/>
                    <a:pt x="5002" y="231"/>
                    <a:pt x="4897" y="210"/>
                  </a:cubicBezTo>
                  <a:cubicBezTo>
                    <a:pt x="4855" y="210"/>
                    <a:pt x="4834" y="210"/>
                    <a:pt x="4792" y="189"/>
                  </a:cubicBezTo>
                  <a:cubicBezTo>
                    <a:pt x="4730" y="189"/>
                    <a:pt x="4646" y="168"/>
                    <a:pt x="4583" y="168"/>
                  </a:cubicBezTo>
                  <a:cubicBezTo>
                    <a:pt x="4541" y="147"/>
                    <a:pt x="4499" y="147"/>
                    <a:pt x="4479" y="147"/>
                  </a:cubicBezTo>
                  <a:cubicBezTo>
                    <a:pt x="4395" y="127"/>
                    <a:pt x="4332" y="127"/>
                    <a:pt x="4269" y="106"/>
                  </a:cubicBezTo>
                  <a:cubicBezTo>
                    <a:pt x="4227" y="106"/>
                    <a:pt x="4186" y="106"/>
                    <a:pt x="4165" y="85"/>
                  </a:cubicBezTo>
                  <a:cubicBezTo>
                    <a:pt x="4081" y="85"/>
                    <a:pt x="4018" y="85"/>
                    <a:pt x="3935" y="64"/>
                  </a:cubicBezTo>
                  <a:lnTo>
                    <a:pt x="3851" y="64"/>
                  </a:lnTo>
                  <a:cubicBezTo>
                    <a:pt x="3642" y="43"/>
                    <a:pt x="3432" y="22"/>
                    <a:pt x="32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9"/>
            <p:cNvSpPr/>
            <p:nvPr/>
          </p:nvSpPr>
          <p:spPr>
            <a:xfrm>
              <a:off x="6911565" y="1720600"/>
              <a:ext cx="210601" cy="121215"/>
            </a:xfrm>
            <a:custGeom>
              <a:rect b="b" l="l" r="r" t="t"/>
              <a:pathLst>
                <a:path extrusionOk="0" h="5107" w="8873">
                  <a:moveTo>
                    <a:pt x="3432" y="1"/>
                  </a:moveTo>
                  <a:cubicBezTo>
                    <a:pt x="2407" y="733"/>
                    <a:pt x="1214" y="1905"/>
                    <a:pt x="1" y="3390"/>
                  </a:cubicBezTo>
                  <a:cubicBezTo>
                    <a:pt x="1905" y="4227"/>
                    <a:pt x="3830" y="4416"/>
                    <a:pt x="5587" y="4583"/>
                  </a:cubicBezTo>
                  <a:cubicBezTo>
                    <a:pt x="6759" y="4709"/>
                    <a:pt x="7868" y="4813"/>
                    <a:pt x="8872" y="5106"/>
                  </a:cubicBezTo>
                  <a:cubicBezTo>
                    <a:pt x="8579" y="4541"/>
                    <a:pt x="8245" y="4018"/>
                    <a:pt x="7889" y="3516"/>
                  </a:cubicBezTo>
                  <a:cubicBezTo>
                    <a:pt x="7889" y="3516"/>
                    <a:pt x="7868" y="3516"/>
                    <a:pt x="7868" y="3495"/>
                  </a:cubicBezTo>
                  <a:cubicBezTo>
                    <a:pt x="7826" y="3453"/>
                    <a:pt x="7784" y="3390"/>
                    <a:pt x="7743" y="3328"/>
                  </a:cubicBezTo>
                  <a:cubicBezTo>
                    <a:pt x="7743" y="3328"/>
                    <a:pt x="7722" y="3328"/>
                    <a:pt x="7722" y="3307"/>
                  </a:cubicBezTo>
                  <a:cubicBezTo>
                    <a:pt x="7680" y="3265"/>
                    <a:pt x="7638" y="3202"/>
                    <a:pt x="7596" y="3139"/>
                  </a:cubicBezTo>
                  <a:lnTo>
                    <a:pt x="7575" y="3139"/>
                  </a:lnTo>
                  <a:cubicBezTo>
                    <a:pt x="7282" y="2784"/>
                    <a:pt x="6968" y="2428"/>
                    <a:pt x="6634" y="2114"/>
                  </a:cubicBezTo>
                  <a:cubicBezTo>
                    <a:pt x="6634" y="2114"/>
                    <a:pt x="6634" y="2114"/>
                    <a:pt x="6613" y="2093"/>
                  </a:cubicBezTo>
                  <a:cubicBezTo>
                    <a:pt x="6571" y="2051"/>
                    <a:pt x="6529" y="2009"/>
                    <a:pt x="6487" y="1968"/>
                  </a:cubicBezTo>
                  <a:cubicBezTo>
                    <a:pt x="6466" y="1947"/>
                    <a:pt x="6445" y="1947"/>
                    <a:pt x="6445" y="1926"/>
                  </a:cubicBezTo>
                  <a:cubicBezTo>
                    <a:pt x="6382" y="1884"/>
                    <a:pt x="6341" y="1842"/>
                    <a:pt x="6299" y="1800"/>
                  </a:cubicBezTo>
                  <a:cubicBezTo>
                    <a:pt x="6278" y="1800"/>
                    <a:pt x="6257" y="1779"/>
                    <a:pt x="6257" y="1758"/>
                  </a:cubicBezTo>
                  <a:cubicBezTo>
                    <a:pt x="6215" y="1716"/>
                    <a:pt x="6152" y="1696"/>
                    <a:pt x="6110" y="1654"/>
                  </a:cubicBezTo>
                  <a:cubicBezTo>
                    <a:pt x="6090" y="1633"/>
                    <a:pt x="6069" y="1612"/>
                    <a:pt x="6069" y="1612"/>
                  </a:cubicBezTo>
                  <a:cubicBezTo>
                    <a:pt x="6006" y="1570"/>
                    <a:pt x="5964" y="1528"/>
                    <a:pt x="5922" y="1486"/>
                  </a:cubicBezTo>
                  <a:cubicBezTo>
                    <a:pt x="5901" y="1486"/>
                    <a:pt x="5880" y="1465"/>
                    <a:pt x="5859" y="1444"/>
                  </a:cubicBezTo>
                  <a:cubicBezTo>
                    <a:pt x="5818" y="1424"/>
                    <a:pt x="5776" y="1382"/>
                    <a:pt x="5734" y="1340"/>
                  </a:cubicBezTo>
                  <a:cubicBezTo>
                    <a:pt x="5713" y="1340"/>
                    <a:pt x="5692" y="1319"/>
                    <a:pt x="5671" y="1298"/>
                  </a:cubicBezTo>
                  <a:cubicBezTo>
                    <a:pt x="5462" y="1131"/>
                    <a:pt x="5232" y="984"/>
                    <a:pt x="4981" y="838"/>
                  </a:cubicBezTo>
                  <a:cubicBezTo>
                    <a:pt x="4960" y="817"/>
                    <a:pt x="4939" y="796"/>
                    <a:pt x="4918" y="775"/>
                  </a:cubicBezTo>
                  <a:cubicBezTo>
                    <a:pt x="4876" y="754"/>
                    <a:pt x="4834" y="733"/>
                    <a:pt x="4792" y="712"/>
                  </a:cubicBezTo>
                  <a:cubicBezTo>
                    <a:pt x="4750" y="691"/>
                    <a:pt x="4730" y="670"/>
                    <a:pt x="4709" y="649"/>
                  </a:cubicBezTo>
                  <a:cubicBezTo>
                    <a:pt x="4667" y="628"/>
                    <a:pt x="4625" y="608"/>
                    <a:pt x="4583" y="587"/>
                  </a:cubicBezTo>
                  <a:cubicBezTo>
                    <a:pt x="4541" y="566"/>
                    <a:pt x="4520" y="545"/>
                    <a:pt x="4478" y="524"/>
                  </a:cubicBezTo>
                  <a:cubicBezTo>
                    <a:pt x="4437" y="503"/>
                    <a:pt x="4395" y="482"/>
                    <a:pt x="4353" y="461"/>
                  </a:cubicBezTo>
                  <a:cubicBezTo>
                    <a:pt x="4332" y="440"/>
                    <a:pt x="4290" y="419"/>
                    <a:pt x="4248" y="398"/>
                  </a:cubicBezTo>
                  <a:cubicBezTo>
                    <a:pt x="4206" y="377"/>
                    <a:pt x="4165" y="356"/>
                    <a:pt x="4123" y="336"/>
                  </a:cubicBezTo>
                  <a:cubicBezTo>
                    <a:pt x="4102" y="315"/>
                    <a:pt x="4060" y="294"/>
                    <a:pt x="4039" y="294"/>
                  </a:cubicBezTo>
                  <a:cubicBezTo>
                    <a:pt x="3997" y="252"/>
                    <a:pt x="3934" y="252"/>
                    <a:pt x="3893" y="210"/>
                  </a:cubicBezTo>
                  <a:cubicBezTo>
                    <a:pt x="3872" y="210"/>
                    <a:pt x="3830" y="189"/>
                    <a:pt x="3809" y="168"/>
                  </a:cubicBezTo>
                  <a:cubicBezTo>
                    <a:pt x="3746" y="147"/>
                    <a:pt x="3704" y="126"/>
                    <a:pt x="3662" y="105"/>
                  </a:cubicBezTo>
                  <a:cubicBezTo>
                    <a:pt x="3641" y="105"/>
                    <a:pt x="3600" y="84"/>
                    <a:pt x="3579" y="64"/>
                  </a:cubicBezTo>
                  <a:cubicBezTo>
                    <a:pt x="3516" y="43"/>
                    <a:pt x="3474" y="22"/>
                    <a:pt x="34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9"/>
            <p:cNvSpPr/>
            <p:nvPr/>
          </p:nvSpPr>
          <p:spPr>
            <a:xfrm>
              <a:off x="6630499" y="1810982"/>
              <a:ext cx="218030" cy="165409"/>
            </a:xfrm>
            <a:custGeom>
              <a:rect b="b" l="l" r="r" t="t"/>
              <a:pathLst>
                <a:path extrusionOk="0" h="6969" w="9186">
                  <a:moveTo>
                    <a:pt x="1967" y="1"/>
                  </a:moveTo>
                  <a:cubicBezTo>
                    <a:pt x="1925" y="64"/>
                    <a:pt x="1883" y="126"/>
                    <a:pt x="1841" y="189"/>
                  </a:cubicBezTo>
                  <a:cubicBezTo>
                    <a:pt x="1841" y="189"/>
                    <a:pt x="1820" y="210"/>
                    <a:pt x="1820" y="210"/>
                  </a:cubicBezTo>
                  <a:cubicBezTo>
                    <a:pt x="1779" y="273"/>
                    <a:pt x="1758" y="336"/>
                    <a:pt x="1716" y="377"/>
                  </a:cubicBezTo>
                  <a:cubicBezTo>
                    <a:pt x="1695" y="398"/>
                    <a:pt x="1695" y="419"/>
                    <a:pt x="1674" y="440"/>
                  </a:cubicBezTo>
                  <a:cubicBezTo>
                    <a:pt x="1653" y="482"/>
                    <a:pt x="1611" y="545"/>
                    <a:pt x="1569" y="608"/>
                  </a:cubicBezTo>
                  <a:cubicBezTo>
                    <a:pt x="1569" y="629"/>
                    <a:pt x="1548" y="649"/>
                    <a:pt x="1548" y="649"/>
                  </a:cubicBezTo>
                  <a:cubicBezTo>
                    <a:pt x="1507" y="712"/>
                    <a:pt x="1486" y="775"/>
                    <a:pt x="1444" y="817"/>
                  </a:cubicBezTo>
                  <a:cubicBezTo>
                    <a:pt x="1444" y="838"/>
                    <a:pt x="1423" y="859"/>
                    <a:pt x="1402" y="880"/>
                  </a:cubicBezTo>
                  <a:cubicBezTo>
                    <a:pt x="1381" y="942"/>
                    <a:pt x="1360" y="984"/>
                    <a:pt x="1318" y="1047"/>
                  </a:cubicBezTo>
                  <a:cubicBezTo>
                    <a:pt x="1318" y="1068"/>
                    <a:pt x="1297" y="1089"/>
                    <a:pt x="1276" y="1110"/>
                  </a:cubicBezTo>
                  <a:cubicBezTo>
                    <a:pt x="1255" y="1173"/>
                    <a:pt x="1235" y="1214"/>
                    <a:pt x="1214" y="1277"/>
                  </a:cubicBezTo>
                  <a:cubicBezTo>
                    <a:pt x="1193" y="1298"/>
                    <a:pt x="1172" y="1319"/>
                    <a:pt x="1172" y="1361"/>
                  </a:cubicBezTo>
                  <a:cubicBezTo>
                    <a:pt x="1130" y="1403"/>
                    <a:pt x="1109" y="1445"/>
                    <a:pt x="1088" y="1507"/>
                  </a:cubicBezTo>
                  <a:cubicBezTo>
                    <a:pt x="1067" y="1528"/>
                    <a:pt x="1067" y="1570"/>
                    <a:pt x="1046" y="1591"/>
                  </a:cubicBezTo>
                  <a:cubicBezTo>
                    <a:pt x="1025" y="1633"/>
                    <a:pt x="1004" y="1696"/>
                    <a:pt x="983" y="1738"/>
                  </a:cubicBezTo>
                  <a:cubicBezTo>
                    <a:pt x="963" y="1779"/>
                    <a:pt x="942" y="1800"/>
                    <a:pt x="942" y="1842"/>
                  </a:cubicBezTo>
                  <a:cubicBezTo>
                    <a:pt x="921" y="1884"/>
                    <a:pt x="900" y="1926"/>
                    <a:pt x="879" y="1989"/>
                  </a:cubicBezTo>
                  <a:cubicBezTo>
                    <a:pt x="858" y="2010"/>
                    <a:pt x="837" y="2051"/>
                    <a:pt x="837" y="2093"/>
                  </a:cubicBezTo>
                  <a:cubicBezTo>
                    <a:pt x="816" y="2135"/>
                    <a:pt x="795" y="2177"/>
                    <a:pt x="774" y="2219"/>
                  </a:cubicBezTo>
                  <a:cubicBezTo>
                    <a:pt x="753" y="2261"/>
                    <a:pt x="753" y="2302"/>
                    <a:pt x="732" y="2344"/>
                  </a:cubicBezTo>
                  <a:cubicBezTo>
                    <a:pt x="711" y="2386"/>
                    <a:pt x="690" y="2428"/>
                    <a:pt x="670" y="2470"/>
                  </a:cubicBezTo>
                  <a:cubicBezTo>
                    <a:pt x="670" y="2512"/>
                    <a:pt x="649" y="2554"/>
                    <a:pt x="628" y="2595"/>
                  </a:cubicBezTo>
                  <a:cubicBezTo>
                    <a:pt x="628" y="2637"/>
                    <a:pt x="607" y="2679"/>
                    <a:pt x="586" y="2721"/>
                  </a:cubicBezTo>
                  <a:cubicBezTo>
                    <a:pt x="565" y="2763"/>
                    <a:pt x="565" y="2826"/>
                    <a:pt x="544" y="2867"/>
                  </a:cubicBezTo>
                  <a:cubicBezTo>
                    <a:pt x="523" y="2909"/>
                    <a:pt x="523" y="2951"/>
                    <a:pt x="502" y="2993"/>
                  </a:cubicBezTo>
                  <a:cubicBezTo>
                    <a:pt x="481" y="3035"/>
                    <a:pt x="481" y="3077"/>
                    <a:pt x="460" y="3139"/>
                  </a:cubicBezTo>
                  <a:cubicBezTo>
                    <a:pt x="460" y="3160"/>
                    <a:pt x="439" y="3202"/>
                    <a:pt x="439" y="3244"/>
                  </a:cubicBezTo>
                  <a:cubicBezTo>
                    <a:pt x="418" y="3307"/>
                    <a:pt x="398" y="3349"/>
                    <a:pt x="377" y="3411"/>
                  </a:cubicBezTo>
                  <a:cubicBezTo>
                    <a:pt x="377" y="3453"/>
                    <a:pt x="356" y="3474"/>
                    <a:pt x="356" y="3516"/>
                  </a:cubicBezTo>
                  <a:cubicBezTo>
                    <a:pt x="335" y="3600"/>
                    <a:pt x="314" y="3683"/>
                    <a:pt x="293" y="3767"/>
                  </a:cubicBezTo>
                  <a:cubicBezTo>
                    <a:pt x="272" y="3851"/>
                    <a:pt x="251" y="3934"/>
                    <a:pt x="230" y="4018"/>
                  </a:cubicBezTo>
                  <a:cubicBezTo>
                    <a:pt x="230" y="4039"/>
                    <a:pt x="230" y="4081"/>
                    <a:pt x="230" y="4102"/>
                  </a:cubicBezTo>
                  <a:cubicBezTo>
                    <a:pt x="209" y="4165"/>
                    <a:pt x="188" y="4207"/>
                    <a:pt x="188" y="4269"/>
                  </a:cubicBezTo>
                  <a:cubicBezTo>
                    <a:pt x="188" y="4311"/>
                    <a:pt x="167" y="4332"/>
                    <a:pt x="167" y="4353"/>
                  </a:cubicBezTo>
                  <a:cubicBezTo>
                    <a:pt x="167" y="4437"/>
                    <a:pt x="146" y="4499"/>
                    <a:pt x="126" y="4583"/>
                  </a:cubicBezTo>
                  <a:cubicBezTo>
                    <a:pt x="126" y="4604"/>
                    <a:pt x="126" y="4625"/>
                    <a:pt x="126" y="4667"/>
                  </a:cubicBezTo>
                  <a:cubicBezTo>
                    <a:pt x="105" y="4709"/>
                    <a:pt x="105" y="4771"/>
                    <a:pt x="105" y="4834"/>
                  </a:cubicBezTo>
                  <a:cubicBezTo>
                    <a:pt x="84" y="4855"/>
                    <a:pt x="84" y="4897"/>
                    <a:pt x="84" y="4939"/>
                  </a:cubicBezTo>
                  <a:cubicBezTo>
                    <a:pt x="84" y="4981"/>
                    <a:pt x="84" y="5023"/>
                    <a:pt x="63" y="5085"/>
                  </a:cubicBezTo>
                  <a:cubicBezTo>
                    <a:pt x="63" y="5106"/>
                    <a:pt x="63" y="5148"/>
                    <a:pt x="63" y="5190"/>
                  </a:cubicBezTo>
                  <a:cubicBezTo>
                    <a:pt x="42" y="5253"/>
                    <a:pt x="42" y="5315"/>
                    <a:pt x="42" y="5399"/>
                  </a:cubicBezTo>
                  <a:cubicBezTo>
                    <a:pt x="42" y="5441"/>
                    <a:pt x="21" y="5483"/>
                    <a:pt x="21" y="5525"/>
                  </a:cubicBezTo>
                  <a:cubicBezTo>
                    <a:pt x="21" y="5567"/>
                    <a:pt x="21" y="5587"/>
                    <a:pt x="21" y="5629"/>
                  </a:cubicBezTo>
                  <a:cubicBezTo>
                    <a:pt x="21" y="5671"/>
                    <a:pt x="21" y="5713"/>
                    <a:pt x="21" y="5776"/>
                  </a:cubicBezTo>
                  <a:cubicBezTo>
                    <a:pt x="21" y="5797"/>
                    <a:pt x="21" y="5818"/>
                    <a:pt x="21" y="5839"/>
                  </a:cubicBezTo>
                  <a:cubicBezTo>
                    <a:pt x="0" y="6006"/>
                    <a:pt x="0" y="6194"/>
                    <a:pt x="0" y="6362"/>
                  </a:cubicBezTo>
                  <a:cubicBezTo>
                    <a:pt x="0" y="6383"/>
                    <a:pt x="0" y="6383"/>
                    <a:pt x="0" y="6403"/>
                  </a:cubicBezTo>
                  <a:cubicBezTo>
                    <a:pt x="0" y="6592"/>
                    <a:pt x="21" y="6780"/>
                    <a:pt x="21" y="6968"/>
                  </a:cubicBezTo>
                  <a:cubicBezTo>
                    <a:pt x="649" y="6299"/>
                    <a:pt x="1360" y="5629"/>
                    <a:pt x="2155" y="5064"/>
                  </a:cubicBezTo>
                  <a:cubicBezTo>
                    <a:pt x="3299" y="4235"/>
                    <a:pt x="4608" y="3641"/>
                    <a:pt x="6017" y="3641"/>
                  </a:cubicBezTo>
                  <a:cubicBezTo>
                    <a:pt x="6671" y="3641"/>
                    <a:pt x="7345" y="3768"/>
                    <a:pt x="8035" y="4060"/>
                  </a:cubicBezTo>
                  <a:cubicBezTo>
                    <a:pt x="8390" y="3390"/>
                    <a:pt x="8788" y="2742"/>
                    <a:pt x="9185" y="2135"/>
                  </a:cubicBezTo>
                  <a:cubicBezTo>
                    <a:pt x="6591" y="1047"/>
                    <a:pt x="4038" y="315"/>
                    <a:pt x="19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9"/>
            <p:cNvSpPr/>
            <p:nvPr/>
          </p:nvSpPr>
          <p:spPr>
            <a:xfrm>
              <a:off x="6739750" y="1442999"/>
              <a:ext cx="892436" cy="702746"/>
            </a:xfrm>
            <a:custGeom>
              <a:rect b="b" l="l" r="r" t="t"/>
              <a:pathLst>
                <a:path extrusionOk="0" h="29608" w="37600">
                  <a:moveTo>
                    <a:pt x="21907" y="0"/>
                  </a:moveTo>
                  <a:lnTo>
                    <a:pt x="16467" y="1256"/>
                  </a:lnTo>
                  <a:lnTo>
                    <a:pt x="14061" y="1821"/>
                  </a:lnTo>
                  <a:lnTo>
                    <a:pt x="12868" y="2156"/>
                  </a:lnTo>
                  <a:cubicBezTo>
                    <a:pt x="12492" y="2281"/>
                    <a:pt x="12094" y="2365"/>
                    <a:pt x="11697" y="2511"/>
                  </a:cubicBezTo>
                  <a:lnTo>
                    <a:pt x="10546" y="2930"/>
                  </a:lnTo>
                  <a:cubicBezTo>
                    <a:pt x="10148" y="3055"/>
                    <a:pt x="9772" y="3223"/>
                    <a:pt x="9395" y="3390"/>
                  </a:cubicBezTo>
                  <a:lnTo>
                    <a:pt x="8265" y="3871"/>
                  </a:lnTo>
                  <a:lnTo>
                    <a:pt x="7177" y="4436"/>
                  </a:lnTo>
                  <a:cubicBezTo>
                    <a:pt x="6800" y="4625"/>
                    <a:pt x="6445" y="4834"/>
                    <a:pt x="6110" y="5043"/>
                  </a:cubicBezTo>
                  <a:cubicBezTo>
                    <a:pt x="5754" y="5273"/>
                    <a:pt x="5399" y="5462"/>
                    <a:pt x="5064" y="5713"/>
                  </a:cubicBezTo>
                  <a:cubicBezTo>
                    <a:pt x="4729" y="5943"/>
                    <a:pt x="4373" y="6152"/>
                    <a:pt x="4059" y="6424"/>
                  </a:cubicBezTo>
                  <a:cubicBezTo>
                    <a:pt x="3746" y="6675"/>
                    <a:pt x="3411" y="6926"/>
                    <a:pt x="3118" y="7198"/>
                  </a:cubicBezTo>
                  <a:cubicBezTo>
                    <a:pt x="2804" y="7470"/>
                    <a:pt x="2490" y="7742"/>
                    <a:pt x="2218" y="8035"/>
                  </a:cubicBezTo>
                  <a:cubicBezTo>
                    <a:pt x="1925" y="8328"/>
                    <a:pt x="1632" y="8621"/>
                    <a:pt x="1381" y="8935"/>
                  </a:cubicBezTo>
                  <a:cubicBezTo>
                    <a:pt x="837" y="9542"/>
                    <a:pt x="356" y="10211"/>
                    <a:pt x="0" y="10944"/>
                  </a:cubicBezTo>
                  <a:cubicBezTo>
                    <a:pt x="209" y="10588"/>
                    <a:pt x="461" y="10295"/>
                    <a:pt x="733" y="9981"/>
                  </a:cubicBezTo>
                  <a:cubicBezTo>
                    <a:pt x="1005" y="9688"/>
                    <a:pt x="1277" y="9374"/>
                    <a:pt x="1569" y="9102"/>
                  </a:cubicBezTo>
                  <a:cubicBezTo>
                    <a:pt x="1841" y="8830"/>
                    <a:pt x="2155" y="8558"/>
                    <a:pt x="2448" y="8307"/>
                  </a:cubicBezTo>
                  <a:cubicBezTo>
                    <a:pt x="2762" y="8035"/>
                    <a:pt x="3097" y="7805"/>
                    <a:pt x="3411" y="7575"/>
                  </a:cubicBezTo>
                  <a:cubicBezTo>
                    <a:pt x="3725" y="7324"/>
                    <a:pt x="4059" y="7114"/>
                    <a:pt x="4394" y="6884"/>
                  </a:cubicBezTo>
                  <a:cubicBezTo>
                    <a:pt x="4729" y="6675"/>
                    <a:pt x="5085" y="6466"/>
                    <a:pt x="5419" y="6257"/>
                  </a:cubicBezTo>
                  <a:cubicBezTo>
                    <a:pt x="5754" y="6047"/>
                    <a:pt x="6110" y="5880"/>
                    <a:pt x="6466" y="5692"/>
                  </a:cubicBezTo>
                  <a:cubicBezTo>
                    <a:pt x="6821" y="5503"/>
                    <a:pt x="7177" y="5336"/>
                    <a:pt x="7533" y="5169"/>
                  </a:cubicBezTo>
                  <a:lnTo>
                    <a:pt x="8621" y="4687"/>
                  </a:lnTo>
                  <a:lnTo>
                    <a:pt x="9751" y="4248"/>
                  </a:lnTo>
                  <a:cubicBezTo>
                    <a:pt x="10106" y="4101"/>
                    <a:pt x="10483" y="3976"/>
                    <a:pt x="10880" y="3871"/>
                  </a:cubicBezTo>
                  <a:lnTo>
                    <a:pt x="11592" y="3641"/>
                  </a:lnTo>
                  <a:lnTo>
                    <a:pt x="11592" y="3641"/>
                  </a:lnTo>
                  <a:cubicBezTo>
                    <a:pt x="10964" y="3976"/>
                    <a:pt x="10336" y="4332"/>
                    <a:pt x="9709" y="4708"/>
                  </a:cubicBezTo>
                  <a:cubicBezTo>
                    <a:pt x="8642" y="5357"/>
                    <a:pt x="7595" y="6026"/>
                    <a:pt x="6633" y="6905"/>
                  </a:cubicBezTo>
                  <a:cubicBezTo>
                    <a:pt x="6382" y="7114"/>
                    <a:pt x="6152" y="7366"/>
                    <a:pt x="5922" y="7638"/>
                  </a:cubicBezTo>
                  <a:cubicBezTo>
                    <a:pt x="5712" y="7910"/>
                    <a:pt x="5482" y="8223"/>
                    <a:pt x="5378" y="8684"/>
                  </a:cubicBezTo>
                  <a:cubicBezTo>
                    <a:pt x="5336" y="8893"/>
                    <a:pt x="5357" y="9186"/>
                    <a:pt x="5440" y="9437"/>
                  </a:cubicBezTo>
                  <a:cubicBezTo>
                    <a:pt x="5482" y="9563"/>
                    <a:pt x="5566" y="9688"/>
                    <a:pt x="5629" y="9793"/>
                  </a:cubicBezTo>
                  <a:cubicBezTo>
                    <a:pt x="5712" y="9876"/>
                    <a:pt x="5796" y="9960"/>
                    <a:pt x="5880" y="10044"/>
                  </a:cubicBezTo>
                  <a:cubicBezTo>
                    <a:pt x="6047" y="10190"/>
                    <a:pt x="6235" y="10253"/>
                    <a:pt x="6403" y="10358"/>
                  </a:cubicBezTo>
                  <a:lnTo>
                    <a:pt x="6905" y="10525"/>
                  </a:lnTo>
                  <a:lnTo>
                    <a:pt x="7365" y="10692"/>
                  </a:lnTo>
                  <a:lnTo>
                    <a:pt x="7554" y="10232"/>
                  </a:lnTo>
                  <a:cubicBezTo>
                    <a:pt x="7575" y="10190"/>
                    <a:pt x="7637" y="10086"/>
                    <a:pt x="7679" y="10023"/>
                  </a:cubicBezTo>
                  <a:cubicBezTo>
                    <a:pt x="7721" y="9939"/>
                    <a:pt x="7805" y="9855"/>
                    <a:pt x="7847" y="9793"/>
                  </a:cubicBezTo>
                  <a:cubicBezTo>
                    <a:pt x="7972" y="9625"/>
                    <a:pt x="8139" y="9500"/>
                    <a:pt x="8265" y="9332"/>
                  </a:cubicBezTo>
                  <a:cubicBezTo>
                    <a:pt x="8328" y="9270"/>
                    <a:pt x="8412" y="9207"/>
                    <a:pt x="8495" y="9144"/>
                  </a:cubicBezTo>
                  <a:lnTo>
                    <a:pt x="8746" y="8956"/>
                  </a:lnTo>
                  <a:cubicBezTo>
                    <a:pt x="8893" y="8809"/>
                    <a:pt x="9081" y="8726"/>
                    <a:pt x="9269" y="8600"/>
                  </a:cubicBezTo>
                  <a:cubicBezTo>
                    <a:pt x="9437" y="8495"/>
                    <a:pt x="9625" y="8391"/>
                    <a:pt x="9813" y="8307"/>
                  </a:cubicBezTo>
                  <a:lnTo>
                    <a:pt x="10399" y="8056"/>
                  </a:lnTo>
                  <a:cubicBezTo>
                    <a:pt x="10504" y="7993"/>
                    <a:pt x="10608" y="7993"/>
                    <a:pt x="10713" y="7951"/>
                  </a:cubicBezTo>
                  <a:lnTo>
                    <a:pt x="10818" y="7910"/>
                  </a:lnTo>
                  <a:lnTo>
                    <a:pt x="10818" y="7910"/>
                  </a:lnTo>
                  <a:cubicBezTo>
                    <a:pt x="10797" y="8161"/>
                    <a:pt x="10818" y="8454"/>
                    <a:pt x="10985" y="8726"/>
                  </a:cubicBezTo>
                  <a:cubicBezTo>
                    <a:pt x="11215" y="9039"/>
                    <a:pt x="11529" y="9144"/>
                    <a:pt x="11780" y="9207"/>
                  </a:cubicBezTo>
                  <a:cubicBezTo>
                    <a:pt x="12052" y="9270"/>
                    <a:pt x="12303" y="9291"/>
                    <a:pt x="12533" y="9291"/>
                  </a:cubicBezTo>
                  <a:cubicBezTo>
                    <a:pt x="12785" y="9291"/>
                    <a:pt x="13015" y="9270"/>
                    <a:pt x="13245" y="9228"/>
                  </a:cubicBezTo>
                  <a:cubicBezTo>
                    <a:pt x="13475" y="9207"/>
                    <a:pt x="13705" y="9165"/>
                    <a:pt x="13935" y="9123"/>
                  </a:cubicBezTo>
                  <a:cubicBezTo>
                    <a:pt x="14396" y="9039"/>
                    <a:pt x="14835" y="8935"/>
                    <a:pt x="15274" y="8809"/>
                  </a:cubicBezTo>
                  <a:cubicBezTo>
                    <a:pt x="16300" y="8516"/>
                    <a:pt x="17304" y="8161"/>
                    <a:pt x="18308" y="7784"/>
                  </a:cubicBezTo>
                  <a:lnTo>
                    <a:pt x="18308" y="7784"/>
                  </a:lnTo>
                  <a:cubicBezTo>
                    <a:pt x="17932" y="8056"/>
                    <a:pt x="17555" y="8328"/>
                    <a:pt x="17199" y="8684"/>
                  </a:cubicBezTo>
                  <a:cubicBezTo>
                    <a:pt x="16760" y="9123"/>
                    <a:pt x="16321" y="9625"/>
                    <a:pt x="16049" y="10295"/>
                  </a:cubicBezTo>
                  <a:cubicBezTo>
                    <a:pt x="15902" y="10630"/>
                    <a:pt x="15818" y="11006"/>
                    <a:pt x="15839" y="11404"/>
                  </a:cubicBezTo>
                  <a:cubicBezTo>
                    <a:pt x="15839" y="11592"/>
                    <a:pt x="15860" y="11801"/>
                    <a:pt x="15923" y="11990"/>
                  </a:cubicBezTo>
                  <a:cubicBezTo>
                    <a:pt x="15986" y="12178"/>
                    <a:pt x="16049" y="12366"/>
                    <a:pt x="16132" y="12534"/>
                  </a:cubicBezTo>
                  <a:cubicBezTo>
                    <a:pt x="16321" y="12889"/>
                    <a:pt x="16551" y="13120"/>
                    <a:pt x="16802" y="13412"/>
                  </a:cubicBezTo>
                  <a:lnTo>
                    <a:pt x="17137" y="13726"/>
                  </a:lnTo>
                  <a:lnTo>
                    <a:pt x="17576" y="14082"/>
                  </a:lnTo>
                  <a:cubicBezTo>
                    <a:pt x="17869" y="14270"/>
                    <a:pt x="18204" y="14480"/>
                    <a:pt x="18643" y="14563"/>
                  </a:cubicBezTo>
                  <a:cubicBezTo>
                    <a:pt x="18765" y="14588"/>
                    <a:pt x="18896" y="14600"/>
                    <a:pt x="19029" y="14600"/>
                  </a:cubicBezTo>
                  <a:cubicBezTo>
                    <a:pt x="19351" y="14600"/>
                    <a:pt x="19682" y="14529"/>
                    <a:pt x="19919" y="14396"/>
                  </a:cubicBezTo>
                  <a:cubicBezTo>
                    <a:pt x="20631" y="14019"/>
                    <a:pt x="21070" y="13538"/>
                    <a:pt x="21510" y="13099"/>
                  </a:cubicBezTo>
                  <a:cubicBezTo>
                    <a:pt x="21970" y="12659"/>
                    <a:pt x="22388" y="12241"/>
                    <a:pt x="22828" y="11843"/>
                  </a:cubicBezTo>
                  <a:cubicBezTo>
                    <a:pt x="23707" y="11048"/>
                    <a:pt x="24648" y="10358"/>
                    <a:pt x="25632" y="9814"/>
                  </a:cubicBezTo>
                  <a:cubicBezTo>
                    <a:pt x="26615" y="9270"/>
                    <a:pt x="27619" y="8830"/>
                    <a:pt x="28603" y="8495"/>
                  </a:cubicBezTo>
                  <a:cubicBezTo>
                    <a:pt x="29607" y="8182"/>
                    <a:pt x="30549" y="7931"/>
                    <a:pt x="31469" y="7742"/>
                  </a:cubicBezTo>
                  <a:cubicBezTo>
                    <a:pt x="31699" y="7700"/>
                    <a:pt x="31909" y="7658"/>
                    <a:pt x="32139" y="7617"/>
                  </a:cubicBezTo>
                  <a:lnTo>
                    <a:pt x="32139" y="7617"/>
                  </a:lnTo>
                  <a:cubicBezTo>
                    <a:pt x="31553" y="7784"/>
                    <a:pt x="30946" y="7972"/>
                    <a:pt x="30360" y="8203"/>
                  </a:cubicBezTo>
                  <a:cubicBezTo>
                    <a:pt x="30026" y="8307"/>
                    <a:pt x="29670" y="8454"/>
                    <a:pt x="29335" y="8600"/>
                  </a:cubicBezTo>
                  <a:cubicBezTo>
                    <a:pt x="29000" y="8747"/>
                    <a:pt x="28645" y="8872"/>
                    <a:pt x="28310" y="9039"/>
                  </a:cubicBezTo>
                  <a:cubicBezTo>
                    <a:pt x="27640" y="9353"/>
                    <a:pt x="26992" y="9709"/>
                    <a:pt x="26343" y="10086"/>
                  </a:cubicBezTo>
                  <a:cubicBezTo>
                    <a:pt x="26029" y="10274"/>
                    <a:pt x="25715" y="10483"/>
                    <a:pt x="25401" y="10692"/>
                  </a:cubicBezTo>
                  <a:cubicBezTo>
                    <a:pt x="25088" y="10902"/>
                    <a:pt x="24795" y="11132"/>
                    <a:pt x="24502" y="11362"/>
                  </a:cubicBezTo>
                  <a:cubicBezTo>
                    <a:pt x="24209" y="11613"/>
                    <a:pt x="23895" y="11822"/>
                    <a:pt x="23623" y="12094"/>
                  </a:cubicBezTo>
                  <a:lnTo>
                    <a:pt x="22786" y="12868"/>
                  </a:lnTo>
                  <a:lnTo>
                    <a:pt x="22054" y="13747"/>
                  </a:lnTo>
                  <a:cubicBezTo>
                    <a:pt x="21782" y="14019"/>
                    <a:pt x="21593" y="14354"/>
                    <a:pt x="21384" y="14668"/>
                  </a:cubicBezTo>
                  <a:cubicBezTo>
                    <a:pt x="21175" y="14982"/>
                    <a:pt x="20945" y="15296"/>
                    <a:pt x="20777" y="15651"/>
                  </a:cubicBezTo>
                  <a:lnTo>
                    <a:pt x="20275" y="16698"/>
                  </a:lnTo>
                  <a:lnTo>
                    <a:pt x="20171" y="16949"/>
                  </a:lnTo>
                  <a:lnTo>
                    <a:pt x="20296" y="17179"/>
                  </a:lnTo>
                  <a:cubicBezTo>
                    <a:pt x="20443" y="17451"/>
                    <a:pt x="20568" y="17576"/>
                    <a:pt x="20736" y="17744"/>
                  </a:cubicBezTo>
                  <a:cubicBezTo>
                    <a:pt x="20882" y="17890"/>
                    <a:pt x="21049" y="18016"/>
                    <a:pt x="21238" y="18120"/>
                  </a:cubicBezTo>
                  <a:cubicBezTo>
                    <a:pt x="21572" y="18330"/>
                    <a:pt x="21949" y="18476"/>
                    <a:pt x="22326" y="18539"/>
                  </a:cubicBezTo>
                  <a:cubicBezTo>
                    <a:pt x="22514" y="18602"/>
                    <a:pt x="22702" y="18622"/>
                    <a:pt x="22870" y="18643"/>
                  </a:cubicBezTo>
                  <a:cubicBezTo>
                    <a:pt x="23058" y="18643"/>
                    <a:pt x="23246" y="18685"/>
                    <a:pt x="23435" y="18685"/>
                  </a:cubicBezTo>
                  <a:cubicBezTo>
                    <a:pt x="23497" y="18664"/>
                    <a:pt x="23560" y="18664"/>
                    <a:pt x="23644" y="18664"/>
                  </a:cubicBezTo>
                  <a:cubicBezTo>
                    <a:pt x="23497" y="18748"/>
                    <a:pt x="23372" y="18811"/>
                    <a:pt x="23225" y="18874"/>
                  </a:cubicBezTo>
                  <a:cubicBezTo>
                    <a:pt x="22430" y="19313"/>
                    <a:pt x="21614" y="19752"/>
                    <a:pt x="20840" y="20296"/>
                  </a:cubicBezTo>
                  <a:cubicBezTo>
                    <a:pt x="20464" y="20568"/>
                    <a:pt x="20087" y="20861"/>
                    <a:pt x="19731" y="21238"/>
                  </a:cubicBezTo>
                  <a:cubicBezTo>
                    <a:pt x="19543" y="21426"/>
                    <a:pt x="19375" y="21635"/>
                    <a:pt x="19229" y="21949"/>
                  </a:cubicBezTo>
                  <a:cubicBezTo>
                    <a:pt x="19166" y="22096"/>
                    <a:pt x="19083" y="22284"/>
                    <a:pt x="19103" y="22535"/>
                  </a:cubicBezTo>
                  <a:cubicBezTo>
                    <a:pt x="19124" y="22786"/>
                    <a:pt x="19250" y="23037"/>
                    <a:pt x="19396" y="23184"/>
                  </a:cubicBezTo>
                  <a:cubicBezTo>
                    <a:pt x="19710" y="23498"/>
                    <a:pt x="19961" y="23581"/>
                    <a:pt x="20275" y="23665"/>
                  </a:cubicBezTo>
                  <a:lnTo>
                    <a:pt x="20945" y="23832"/>
                  </a:lnTo>
                  <a:cubicBezTo>
                    <a:pt x="21196" y="23874"/>
                    <a:pt x="21468" y="23895"/>
                    <a:pt x="21740" y="23916"/>
                  </a:cubicBezTo>
                  <a:cubicBezTo>
                    <a:pt x="21991" y="23916"/>
                    <a:pt x="22242" y="23916"/>
                    <a:pt x="22493" y="23895"/>
                  </a:cubicBezTo>
                  <a:cubicBezTo>
                    <a:pt x="22995" y="23832"/>
                    <a:pt x="23497" y="23728"/>
                    <a:pt x="23958" y="23560"/>
                  </a:cubicBezTo>
                  <a:cubicBezTo>
                    <a:pt x="24439" y="23393"/>
                    <a:pt x="24878" y="23163"/>
                    <a:pt x="25297" y="22912"/>
                  </a:cubicBezTo>
                  <a:cubicBezTo>
                    <a:pt x="25422" y="22828"/>
                    <a:pt x="25548" y="22724"/>
                    <a:pt x="25673" y="22640"/>
                  </a:cubicBezTo>
                  <a:lnTo>
                    <a:pt x="25673" y="22640"/>
                  </a:lnTo>
                  <a:cubicBezTo>
                    <a:pt x="25632" y="22724"/>
                    <a:pt x="25569" y="22828"/>
                    <a:pt x="25527" y="22912"/>
                  </a:cubicBezTo>
                  <a:cubicBezTo>
                    <a:pt x="25360" y="23163"/>
                    <a:pt x="25192" y="23414"/>
                    <a:pt x="25025" y="23665"/>
                  </a:cubicBezTo>
                  <a:cubicBezTo>
                    <a:pt x="24816" y="23874"/>
                    <a:pt x="24648" y="24125"/>
                    <a:pt x="24439" y="24356"/>
                  </a:cubicBezTo>
                  <a:lnTo>
                    <a:pt x="23811" y="25004"/>
                  </a:lnTo>
                  <a:lnTo>
                    <a:pt x="23121" y="25611"/>
                  </a:lnTo>
                  <a:cubicBezTo>
                    <a:pt x="22891" y="25820"/>
                    <a:pt x="22640" y="25988"/>
                    <a:pt x="22388" y="26176"/>
                  </a:cubicBezTo>
                  <a:cubicBezTo>
                    <a:pt x="22137" y="26343"/>
                    <a:pt x="21907" y="26553"/>
                    <a:pt x="21635" y="26699"/>
                  </a:cubicBezTo>
                  <a:lnTo>
                    <a:pt x="20861" y="27201"/>
                  </a:lnTo>
                  <a:cubicBezTo>
                    <a:pt x="20589" y="27369"/>
                    <a:pt x="20296" y="27494"/>
                    <a:pt x="20024" y="27661"/>
                  </a:cubicBezTo>
                  <a:cubicBezTo>
                    <a:pt x="19752" y="27808"/>
                    <a:pt x="19480" y="27954"/>
                    <a:pt x="19208" y="28101"/>
                  </a:cubicBezTo>
                  <a:lnTo>
                    <a:pt x="18350" y="28498"/>
                  </a:lnTo>
                  <a:cubicBezTo>
                    <a:pt x="18078" y="28624"/>
                    <a:pt x="17785" y="28770"/>
                    <a:pt x="17492" y="28896"/>
                  </a:cubicBezTo>
                  <a:cubicBezTo>
                    <a:pt x="16906" y="29126"/>
                    <a:pt x="16321" y="29356"/>
                    <a:pt x="15735" y="29607"/>
                  </a:cubicBezTo>
                  <a:cubicBezTo>
                    <a:pt x="16362" y="29461"/>
                    <a:pt x="16969" y="29314"/>
                    <a:pt x="17597" y="29147"/>
                  </a:cubicBezTo>
                  <a:cubicBezTo>
                    <a:pt x="17911" y="29084"/>
                    <a:pt x="18204" y="28959"/>
                    <a:pt x="18497" y="28875"/>
                  </a:cubicBezTo>
                  <a:lnTo>
                    <a:pt x="19417" y="28561"/>
                  </a:lnTo>
                  <a:cubicBezTo>
                    <a:pt x="19710" y="28457"/>
                    <a:pt x="20003" y="28331"/>
                    <a:pt x="20296" y="28205"/>
                  </a:cubicBezTo>
                  <a:cubicBezTo>
                    <a:pt x="20589" y="28080"/>
                    <a:pt x="20903" y="27954"/>
                    <a:pt x="21175" y="27808"/>
                  </a:cubicBezTo>
                  <a:cubicBezTo>
                    <a:pt x="21740" y="27515"/>
                    <a:pt x="22347" y="27243"/>
                    <a:pt x="22870" y="26866"/>
                  </a:cubicBezTo>
                  <a:cubicBezTo>
                    <a:pt x="23142" y="26678"/>
                    <a:pt x="23435" y="26532"/>
                    <a:pt x="23686" y="26322"/>
                  </a:cubicBezTo>
                  <a:lnTo>
                    <a:pt x="24460" y="25716"/>
                  </a:lnTo>
                  <a:lnTo>
                    <a:pt x="25192" y="25046"/>
                  </a:lnTo>
                  <a:cubicBezTo>
                    <a:pt x="25422" y="24837"/>
                    <a:pt x="25632" y="24565"/>
                    <a:pt x="25862" y="24314"/>
                  </a:cubicBezTo>
                  <a:cubicBezTo>
                    <a:pt x="26071" y="24063"/>
                    <a:pt x="26259" y="23791"/>
                    <a:pt x="26448" y="23519"/>
                  </a:cubicBezTo>
                  <a:cubicBezTo>
                    <a:pt x="26615" y="23226"/>
                    <a:pt x="26824" y="22954"/>
                    <a:pt x="26950" y="22640"/>
                  </a:cubicBezTo>
                  <a:cubicBezTo>
                    <a:pt x="27117" y="22347"/>
                    <a:pt x="27243" y="22012"/>
                    <a:pt x="27368" y="21698"/>
                  </a:cubicBezTo>
                  <a:cubicBezTo>
                    <a:pt x="27473" y="21343"/>
                    <a:pt x="27557" y="21050"/>
                    <a:pt x="27598" y="20610"/>
                  </a:cubicBezTo>
                  <a:lnTo>
                    <a:pt x="27745" y="18727"/>
                  </a:lnTo>
                  <a:lnTo>
                    <a:pt x="27745" y="18727"/>
                  </a:lnTo>
                  <a:lnTo>
                    <a:pt x="26531" y="20234"/>
                  </a:lnTo>
                  <a:cubicBezTo>
                    <a:pt x="26301" y="20527"/>
                    <a:pt x="25987" y="20861"/>
                    <a:pt x="25673" y="21112"/>
                  </a:cubicBezTo>
                  <a:cubicBezTo>
                    <a:pt x="25339" y="21405"/>
                    <a:pt x="25004" y="21656"/>
                    <a:pt x="24648" y="21866"/>
                  </a:cubicBezTo>
                  <a:cubicBezTo>
                    <a:pt x="24293" y="22096"/>
                    <a:pt x="23937" y="22263"/>
                    <a:pt x="23539" y="22410"/>
                  </a:cubicBezTo>
                  <a:cubicBezTo>
                    <a:pt x="23163" y="22556"/>
                    <a:pt x="22765" y="22640"/>
                    <a:pt x="22368" y="22703"/>
                  </a:cubicBezTo>
                  <a:cubicBezTo>
                    <a:pt x="22179" y="22724"/>
                    <a:pt x="21970" y="22724"/>
                    <a:pt x="21782" y="22724"/>
                  </a:cubicBezTo>
                  <a:lnTo>
                    <a:pt x="21217" y="22682"/>
                  </a:lnTo>
                  <a:lnTo>
                    <a:pt x="20547" y="22535"/>
                  </a:lnTo>
                  <a:cubicBezTo>
                    <a:pt x="20443" y="22514"/>
                    <a:pt x="20296" y="22431"/>
                    <a:pt x="20254" y="22410"/>
                  </a:cubicBezTo>
                  <a:cubicBezTo>
                    <a:pt x="20254" y="22410"/>
                    <a:pt x="20254" y="22389"/>
                    <a:pt x="20254" y="22389"/>
                  </a:cubicBezTo>
                  <a:cubicBezTo>
                    <a:pt x="20296" y="22284"/>
                    <a:pt x="20401" y="22117"/>
                    <a:pt x="20526" y="21970"/>
                  </a:cubicBezTo>
                  <a:cubicBezTo>
                    <a:pt x="20798" y="21677"/>
                    <a:pt x="21133" y="21405"/>
                    <a:pt x="21468" y="21133"/>
                  </a:cubicBezTo>
                  <a:cubicBezTo>
                    <a:pt x="22870" y="20066"/>
                    <a:pt x="24439" y="19166"/>
                    <a:pt x="26008" y="18267"/>
                  </a:cubicBezTo>
                  <a:cubicBezTo>
                    <a:pt x="26029" y="18246"/>
                    <a:pt x="26029" y="18246"/>
                    <a:pt x="26050" y="18246"/>
                  </a:cubicBezTo>
                  <a:lnTo>
                    <a:pt x="26510" y="18099"/>
                  </a:lnTo>
                  <a:lnTo>
                    <a:pt x="27473" y="17744"/>
                  </a:lnTo>
                  <a:cubicBezTo>
                    <a:pt x="27787" y="17618"/>
                    <a:pt x="28080" y="17472"/>
                    <a:pt x="28394" y="17325"/>
                  </a:cubicBezTo>
                  <a:lnTo>
                    <a:pt x="29293" y="16886"/>
                  </a:lnTo>
                  <a:cubicBezTo>
                    <a:pt x="29586" y="16718"/>
                    <a:pt x="29879" y="16551"/>
                    <a:pt x="30172" y="16384"/>
                  </a:cubicBezTo>
                  <a:cubicBezTo>
                    <a:pt x="30737" y="16049"/>
                    <a:pt x="31323" y="15714"/>
                    <a:pt x="31867" y="15317"/>
                  </a:cubicBezTo>
                  <a:cubicBezTo>
                    <a:pt x="32411" y="14940"/>
                    <a:pt x="32976" y="14584"/>
                    <a:pt x="33478" y="14166"/>
                  </a:cubicBezTo>
                  <a:cubicBezTo>
                    <a:pt x="34001" y="13768"/>
                    <a:pt x="34524" y="13350"/>
                    <a:pt x="35047" y="12931"/>
                  </a:cubicBezTo>
                  <a:lnTo>
                    <a:pt x="35047" y="12931"/>
                  </a:lnTo>
                  <a:cubicBezTo>
                    <a:pt x="34461" y="13245"/>
                    <a:pt x="33876" y="13559"/>
                    <a:pt x="33311" y="13894"/>
                  </a:cubicBezTo>
                  <a:cubicBezTo>
                    <a:pt x="32746" y="14229"/>
                    <a:pt x="32139" y="14521"/>
                    <a:pt x="31574" y="14814"/>
                  </a:cubicBezTo>
                  <a:lnTo>
                    <a:pt x="30695" y="15275"/>
                  </a:lnTo>
                  <a:lnTo>
                    <a:pt x="29816" y="15693"/>
                  </a:lnTo>
                  <a:cubicBezTo>
                    <a:pt x="29503" y="15819"/>
                    <a:pt x="29210" y="15965"/>
                    <a:pt x="28917" y="16112"/>
                  </a:cubicBezTo>
                  <a:lnTo>
                    <a:pt x="28017" y="16467"/>
                  </a:lnTo>
                  <a:cubicBezTo>
                    <a:pt x="27724" y="16593"/>
                    <a:pt x="27431" y="16718"/>
                    <a:pt x="27117" y="16802"/>
                  </a:cubicBezTo>
                  <a:lnTo>
                    <a:pt x="26197" y="17095"/>
                  </a:lnTo>
                  <a:lnTo>
                    <a:pt x="25276" y="17325"/>
                  </a:lnTo>
                  <a:cubicBezTo>
                    <a:pt x="24983" y="17409"/>
                    <a:pt x="24669" y="17409"/>
                    <a:pt x="24355" y="17472"/>
                  </a:cubicBezTo>
                  <a:cubicBezTo>
                    <a:pt x="24062" y="17514"/>
                    <a:pt x="23749" y="17493"/>
                    <a:pt x="23456" y="17514"/>
                  </a:cubicBezTo>
                  <a:cubicBezTo>
                    <a:pt x="23309" y="17514"/>
                    <a:pt x="23163" y="17472"/>
                    <a:pt x="23016" y="17472"/>
                  </a:cubicBezTo>
                  <a:cubicBezTo>
                    <a:pt x="22870" y="17451"/>
                    <a:pt x="22723" y="17430"/>
                    <a:pt x="22598" y="17388"/>
                  </a:cubicBezTo>
                  <a:cubicBezTo>
                    <a:pt x="22326" y="17325"/>
                    <a:pt x="22075" y="17242"/>
                    <a:pt x="21865" y="17095"/>
                  </a:cubicBezTo>
                  <a:cubicBezTo>
                    <a:pt x="21761" y="17032"/>
                    <a:pt x="21656" y="16949"/>
                    <a:pt x="21572" y="16886"/>
                  </a:cubicBezTo>
                  <a:cubicBezTo>
                    <a:pt x="21572" y="16865"/>
                    <a:pt x="21552" y="16865"/>
                    <a:pt x="21552" y="16865"/>
                  </a:cubicBezTo>
                  <a:lnTo>
                    <a:pt x="21865" y="16216"/>
                  </a:lnTo>
                  <a:cubicBezTo>
                    <a:pt x="21991" y="15902"/>
                    <a:pt x="22200" y="15630"/>
                    <a:pt x="22388" y="15337"/>
                  </a:cubicBezTo>
                  <a:cubicBezTo>
                    <a:pt x="22577" y="15045"/>
                    <a:pt x="22744" y="14731"/>
                    <a:pt x="22995" y="14480"/>
                  </a:cubicBezTo>
                  <a:lnTo>
                    <a:pt x="23644" y="13664"/>
                  </a:lnTo>
                  <a:lnTo>
                    <a:pt x="24397" y="12931"/>
                  </a:lnTo>
                  <a:cubicBezTo>
                    <a:pt x="24627" y="12659"/>
                    <a:pt x="24920" y="12450"/>
                    <a:pt x="25192" y="12220"/>
                  </a:cubicBezTo>
                  <a:cubicBezTo>
                    <a:pt x="25443" y="11990"/>
                    <a:pt x="25715" y="11760"/>
                    <a:pt x="26008" y="11550"/>
                  </a:cubicBezTo>
                  <a:cubicBezTo>
                    <a:pt x="26301" y="11341"/>
                    <a:pt x="26573" y="11111"/>
                    <a:pt x="26866" y="10923"/>
                  </a:cubicBezTo>
                  <a:lnTo>
                    <a:pt x="27766" y="10337"/>
                  </a:lnTo>
                  <a:cubicBezTo>
                    <a:pt x="28080" y="10127"/>
                    <a:pt x="28394" y="9960"/>
                    <a:pt x="28707" y="9772"/>
                  </a:cubicBezTo>
                  <a:cubicBezTo>
                    <a:pt x="29000" y="9583"/>
                    <a:pt x="29314" y="9416"/>
                    <a:pt x="29649" y="9249"/>
                  </a:cubicBezTo>
                  <a:cubicBezTo>
                    <a:pt x="29963" y="9081"/>
                    <a:pt x="30277" y="8914"/>
                    <a:pt x="30611" y="8767"/>
                  </a:cubicBezTo>
                  <a:cubicBezTo>
                    <a:pt x="31260" y="8433"/>
                    <a:pt x="31909" y="8140"/>
                    <a:pt x="32599" y="7868"/>
                  </a:cubicBezTo>
                  <a:cubicBezTo>
                    <a:pt x="32997" y="7700"/>
                    <a:pt x="33415" y="7533"/>
                    <a:pt x="33813" y="7366"/>
                  </a:cubicBezTo>
                  <a:cubicBezTo>
                    <a:pt x="33855" y="7366"/>
                    <a:pt x="33896" y="7366"/>
                    <a:pt x="33938" y="7345"/>
                  </a:cubicBezTo>
                  <a:cubicBezTo>
                    <a:pt x="34692" y="7240"/>
                    <a:pt x="35340" y="7219"/>
                    <a:pt x="35884" y="7156"/>
                  </a:cubicBezTo>
                  <a:cubicBezTo>
                    <a:pt x="36972" y="7094"/>
                    <a:pt x="37600" y="7052"/>
                    <a:pt x="37600" y="7052"/>
                  </a:cubicBezTo>
                  <a:cubicBezTo>
                    <a:pt x="37600" y="7052"/>
                    <a:pt x="37433" y="7031"/>
                    <a:pt x="37161" y="7010"/>
                  </a:cubicBezTo>
                  <a:cubicBezTo>
                    <a:pt x="36868" y="6989"/>
                    <a:pt x="36428" y="6947"/>
                    <a:pt x="35884" y="6905"/>
                  </a:cubicBezTo>
                  <a:cubicBezTo>
                    <a:pt x="35476" y="6905"/>
                    <a:pt x="34998" y="6870"/>
                    <a:pt x="34466" y="6870"/>
                  </a:cubicBezTo>
                  <a:cubicBezTo>
                    <a:pt x="34289" y="6870"/>
                    <a:pt x="34106" y="6874"/>
                    <a:pt x="33917" y="6884"/>
                  </a:cubicBezTo>
                  <a:cubicBezTo>
                    <a:pt x="33143" y="6884"/>
                    <a:pt x="32285" y="6926"/>
                    <a:pt x="31344" y="7052"/>
                  </a:cubicBezTo>
                  <a:cubicBezTo>
                    <a:pt x="30402" y="7156"/>
                    <a:pt x="29398" y="7345"/>
                    <a:pt x="28331" y="7617"/>
                  </a:cubicBezTo>
                  <a:cubicBezTo>
                    <a:pt x="27285" y="7910"/>
                    <a:pt x="26176" y="8307"/>
                    <a:pt x="25109" y="8872"/>
                  </a:cubicBezTo>
                  <a:cubicBezTo>
                    <a:pt x="24041" y="9416"/>
                    <a:pt x="22995" y="10107"/>
                    <a:pt x="22054" y="10944"/>
                  </a:cubicBezTo>
                  <a:cubicBezTo>
                    <a:pt x="21572" y="11362"/>
                    <a:pt x="21112" y="11801"/>
                    <a:pt x="20673" y="12241"/>
                  </a:cubicBezTo>
                  <a:cubicBezTo>
                    <a:pt x="20233" y="12659"/>
                    <a:pt x="19794" y="13099"/>
                    <a:pt x="19396" y="13287"/>
                  </a:cubicBezTo>
                  <a:cubicBezTo>
                    <a:pt x="19252" y="13359"/>
                    <a:pt x="19137" y="13382"/>
                    <a:pt x="19025" y="13382"/>
                  </a:cubicBezTo>
                  <a:cubicBezTo>
                    <a:pt x="18975" y="13382"/>
                    <a:pt x="18925" y="13377"/>
                    <a:pt x="18873" y="13371"/>
                  </a:cubicBezTo>
                  <a:cubicBezTo>
                    <a:pt x="18685" y="13350"/>
                    <a:pt x="18476" y="13224"/>
                    <a:pt x="18267" y="13099"/>
                  </a:cubicBezTo>
                  <a:lnTo>
                    <a:pt x="17974" y="12848"/>
                  </a:lnTo>
                  <a:lnTo>
                    <a:pt x="17618" y="12534"/>
                  </a:lnTo>
                  <a:cubicBezTo>
                    <a:pt x="17471" y="12366"/>
                    <a:pt x="17283" y="12178"/>
                    <a:pt x="17178" y="11969"/>
                  </a:cubicBezTo>
                  <a:cubicBezTo>
                    <a:pt x="16969" y="11571"/>
                    <a:pt x="16948" y="11153"/>
                    <a:pt x="17095" y="10713"/>
                  </a:cubicBezTo>
                  <a:cubicBezTo>
                    <a:pt x="17262" y="10253"/>
                    <a:pt x="17597" y="9835"/>
                    <a:pt x="17974" y="9437"/>
                  </a:cubicBezTo>
                  <a:cubicBezTo>
                    <a:pt x="18727" y="8663"/>
                    <a:pt x="19627" y="8014"/>
                    <a:pt x="20505" y="7449"/>
                  </a:cubicBezTo>
                  <a:cubicBezTo>
                    <a:pt x="21405" y="6905"/>
                    <a:pt x="22284" y="6403"/>
                    <a:pt x="23100" y="5985"/>
                  </a:cubicBezTo>
                  <a:cubicBezTo>
                    <a:pt x="24732" y="5127"/>
                    <a:pt x="26155" y="4499"/>
                    <a:pt x="27138" y="4060"/>
                  </a:cubicBezTo>
                  <a:cubicBezTo>
                    <a:pt x="28142" y="3599"/>
                    <a:pt x="28707" y="3369"/>
                    <a:pt x="28707" y="3369"/>
                  </a:cubicBezTo>
                  <a:lnTo>
                    <a:pt x="28707" y="3369"/>
                  </a:lnTo>
                  <a:cubicBezTo>
                    <a:pt x="28707" y="3369"/>
                    <a:pt x="28100" y="3516"/>
                    <a:pt x="27054" y="3829"/>
                  </a:cubicBezTo>
                  <a:cubicBezTo>
                    <a:pt x="26008" y="4143"/>
                    <a:pt x="24523" y="4625"/>
                    <a:pt x="22786" y="5357"/>
                  </a:cubicBezTo>
                  <a:cubicBezTo>
                    <a:pt x="21928" y="5713"/>
                    <a:pt x="21008" y="6131"/>
                    <a:pt x="20045" y="6675"/>
                  </a:cubicBezTo>
                  <a:cubicBezTo>
                    <a:pt x="19668" y="6884"/>
                    <a:pt x="19292" y="7114"/>
                    <a:pt x="18915" y="7345"/>
                  </a:cubicBezTo>
                  <a:cubicBezTo>
                    <a:pt x="17660" y="7721"/>
                    <a:pt x="16404" y="8056"/>
                    <a:pt x="15149" y="8307"/>
                  </a:cubicBezTo>
                  <a:cubicBezTo>
                    <a:pt x="14710" y="8391"/>
                    <a:pt x="14270" y="8454"/>
                    <a:pt x="13831" y="8516"/>
                  </a:cubicBezTo>
                  <a:cubicBezTo>
                    <a:pt x="13621" y="8537"/>
                    <a:pt x="13412" y="8558"/>
                    <a:pt x="13182" y="8558"/>
                  </a:cubicBezTo>
                  <a:cubicBezTo>
                    <a:pt x="12973" y="8579"/>
                    <a:pt x="12764" y="8579"/>
                    <a:pt x="12554" y="8579"/>
                  </a:cubicBezTo>
                  <a:cubicBezTo>
                    <a:pt x="12345" y="8558"/>
                    <a:pt x="12157" y="8537"/>
                    <a:pt x="11989" y="8475"/>
                  </a:cubicBezTo>
                  <a:cubicBezTo>
                    <a:pt x="11822" y="8433"/>
                    <a:pt x="11697" y="8349"/>
                    <a:pt x="11655" y="8286"/>
                  </a:cubicBezTo>
                  <a:cubicBezTo>
                    <a:pt x="11634" y="8223"/>
                    <a:pt x="11613" y="8119"/>
                    <a:pt x="11676" y="7951"/>
                  </a:cubicBezTo>
                  <a:cubicBezTo>
                    <a:pt x="11717" y="7826"/>
                    <a:pt x="11822" y="7638"/>
                    <a:pt x="11906" y="7512"/>
                  </a:cubicBezTo>
                  <a:lnTo>
                    <a:pt x="12617" y="6550"/>
                  </a:lnTo>
                  <a:lnTo>
                    <a:pt x="11466" y="6822"/>
                  </a:lnTo>
                  <a:lnTo>
                    <a:pt x="10776" y="6989"/>
                  </a:lnTo>
                  <a:lnTo>
                    <a:pt x="10441" y="7073"/>
                  </a:lnTo>
                  <a:cubicBezTo>
                    <a:pt x="10316" y="7094"/>
                    <a:pt x="10190" y="7114"/>
                    <a:pt x="10085" y="7177"/>
                  </a:cubicBezTo>
                  <a:lnTo>
                    <a:pt x="9416" y="7428"/>
                  </a:lnTo>
                  <a:cubicBezTo>
                    <a:pt x="9186" y="7512"/>
                    <a:pt x="8976" y="7617"/>
                    <a:pt x="8767" y="7742"/>
                  </a:cubicBezTo>
                  <a:cubicBezTo>
                    <a:pt x="8558" y="7868"/>
                    <a:pt x="8328" y="7951"/>
                    <a:pt x="8139" y="8119"/>
                  </a:cubicBezTo>
                  <a:lnTo>
                    <a:pt x="7847" y="8328"/>
                  </a:lnTo>
                  <a:cubicBezTo>
                    <a:pt x="7742" y="8412"/>
                    <a:pt x="7637" y="8475"/>
                    <a:pt x="7554" y="8558"/>
                  </a:cubicBezTo>
                  <a:cubicBezTo>
                    <a:pt x="7386" y="8747"/>
                    <a:pt x="7177" y="8893"/>
                    <a:pt x="7031" y="9102"/>
                  </a:cubicBezTo>
                  <a:cubicBezTo>
                    <a:pt x="6968" y="9186"/>
                    <a:pt x="6905" y="9270"/>
                    <a:pt x="6842" y="9353"/>
                  </a:cubicBezTo>
                  <a:cubicBezTo>
                    <a:pt x="6759" y="9291"/>
                    <a:pt x="6633" y="9249"/>
                    <a:pt x="6591" y="9186"/>
                  </a:cubicBezTo>
                  <a:cubicBezTo>
                    <a:pt x="6570" y="9165"/>
                    <a:pt x="6549" y="9123"/>
                    <a:pt x="6507" y="9102"/>
                  </a:cubicBezTo>
                  <a:cubicBezTo>
                    <a:pt x="6507" y="9081"/>
                    <a:pt x="6507" y="9060"/>
                    <a:pt x="6487" y="9060"/>
                  </a:cubicBezTo>
                  <a:cubicBezTo>
                    <a:pt x="6487" y="9019"/>
                    <a:pt x="6466" y="8998"/>
                    <a:pt x="6507" y="8914"/>
                  </a:cubicBezTo>
                  <a:cubicBezTo>
                    <a:pt x="6528" y="8767"/>
                    <a:pt x="6654" y="8558"/>
                    <a:pt x="6821" y="8370"/>
                  </a:cubicBezTo>
                  <a:cubicBezTo>
                    <a:pt x="6989" y="8161"/>
                    <a:pt x="7198" y="7972"/>
                    <a:pt x="7407" y="7784"/>
                  </a:cubicBezTo>
                  <a:cubicBezTo>
                    <a:pt x="8286" y="7010"/>
                    <a:pt x="9311" y="6361"/>
                    <a:pt x="10336" y="5734"/>
                  </a:cubicBezTo>
                  <a:cubicBezTo>
                    <a:pt x="12429" y="4520"/>
                    <a:pt x="14605" y="3390"/>
                    <a:pt x="16802" y="2365"/>
                  </a:cubicBezTo>
                  <a:lnTo>
                    <a:pt x="219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 name="Google Shape;499;p59"/>
          <p:cNvGrpSpPr/>
          <p:nvPr/>
        </p:nvGrpSpPr>
        <p:grpSpPr>
          <a:xfrm>
            <a:off x="1094361" y="1463749"/>
            <a:ext cx="812397" cy="1014849"/>
            <a:chOff x="1600135" y="2421842"/>
            <a:chExt cx="783184" cy="978357"/>
          </a:xfrm>
        </p:grpSpPr>
        <p:sp>
          <p:nvSpPr>
            <p:cNvPr id="500" name="Google Shape;500;p59"/>
            <p:cNvSpPr/>
            <p:nvPr/>
          </p:nvSpPr>
          <p:spPr>
            <a:xfrm>
              <a:off x="1600135" y="2421842"/>
              <a:ext cx="783184" cy="978357"/>
            </a:xfrm>
            <a:custGeom>
              <a:rect b="b" l="l" r="r" t="t"/>
              <a:pathLst>
                <a:path extrusionOk="0" h="41220" w="32997">
                  <a:moveTo>
                    <a:pt x="11927" y="0"/>
                  </a:moveTo>
                  <a:lnTo>
                    <a:pt x="11006" y="293"/>
                  </a:lnTo>
                  <a:lnTo>
                    <a:pt x="6801" y="1549"/>
                  </a:lnTo>
                  <a:lnTo>
                    <a:pt x="5984" y="1758"/>
                  </a:lnTo>
                  <a:cubicBezTo>
                    <a:pt x="5984" y="1758"/>
                    <a:pt x="7930" y="10525"/>
                    <a:pt x="0" y="11655"/>
                  </a:cubicBezTo>
                  <a:lnTo>
                    <a:pt x="147" y="12617"/>
                  </a:lnTo>
                  <a:lnTo>
                    <a:pt x="2574" y="27222"/>
                  </a:lnTo>
                  <a:lnTo>
                    <a:pt x="1486" y="37893"/>
                  </a:lnTo>
                  <a:lnTo>
                    <a:pt x="1298" y="38751"/>
                  </a:lnTo>
                  <a:cubicBezTo>
                    <a:pt x="1298" y="38751"/>
                    <a:pt x="5650" y="41220"/>
                    <a:pt x="16509" y="41220"/>
                  </a:cubicBezTo>
                  <a:cubicBezTo>
                    <a:pt x="27348" y="41220"/>
                    <a:pt x="31721" y="38751"/>
                    <a:pt x="31721" y="38751"/>
                  </a:cubicBezTo>
                  <a:lnTo>
                    <a:pt x="31511" y="37893"/>
                  </a:lnTo>
                  <a:lnTo>
                    <a:pt x="30423" y="27222"/>
                  </a:lnTo>
                  <a:lnTo>
                    <a:pt x="32850" y="12617"/>
                  </a:lnTo>
                  <a:lnTo>
                    <a:pt x="32997" y="11655"/>
                  </a:lnTo>
                  <a:cubicBezTo>
                    <a:pt x="25067" y="10525"/>
                    <a:pt x="27034" y="1758"/>
                    <a:pt x="27034" y="1758"/>
                  </a:cubicBezTo>
                  <a:lnTo>
                    <a:pt x="26197" y="1549"/>
                  </a:lnTo>
                  <a:lnTo>
                    <a:pt x="21991" y="293"/>
                  </a:lnTo>
                  <a:lnTo>
                    <a:pt x="21070" y="0"/>
                  </a:lnTo>
                  <a:cubicBezTo>
                    <a:pt x="19890" y="3386"/>
                    <a:pt x="17528" y="3674"/>
                    <a:pt x="16758" y="3674"/>
                  </a:cubicBezTo>
                  <a:cubicBezTo>
                    <a:pt x="16600" y="3674"/>
                    <a:pt x="16509" y="3662"/>
                    <a:pt x="16509" y="3662"/>
                  </a:cubicBezTo>
                  <a:cubicBezTo>
                    <a:pt x="16509" y="3662"/>
                    <a:pt x="16418" y="3674"/>
                    <a:pt x="16260" y="3674"/>
                  </a:cubicBezTo>
                  <a:cubicBezTo>
                    <a:pt x="15490" y="3674"/>
                    <a:pt x="13125" y="3386"/>
                    <a:pt x="119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9"/>
            <p:cNvSpPr/>
            <p:nvPr/>
          </p:nvSpPr>
          <p:spPr>
            <a:xfrm>
              <a:off x="1603600" y="2428797"/>
              <a:ext cx="776253" cy="947572"/>
            </a:xfrm>
            <a:custGeom>
              <a:rect b="b" l="l" r="r" t="t"/>
              <a:pathLst>
                <a:path extrusionOk="0" h="39923" w="32705">
                  <a:moveTo>
                    <a:pt x="10860" y="0"/>
                  </a:moveTo>
                  <a:lnTo>
                    <a:pt x="6655" y="1256"/>
                  </a:lnTo>
                  <a:cubicBezTo>
                    <a:pt x="6655" y="1256"/>
                    <a:pt x="9019" y="10044"/>
                    <a:pt x="1" y="12324"/>
                  </a:cubicBezTo>
                  <a:cubicBezTo>
                    <a:pt x="1" y="12324"/>
                    <a:pt x="1947" y="32641"/>
                    <a:pt x="1340" y="37600"/>
                  </a:cubicBezTo>
                  <a:cubicBezTo>
                    <a:pt x="1340" y="37600"/>
                    <a:pt x="6362" y="39923"/>
                    <a:pt x="16363" y="39923"/>
                  </a:cubicBezTo>
                  <a:cubicBezTo>
                    <a:pt x="26344" y="39923"/>
                    <a:pt x="31365" y="37600"/>
                    <a:pt x="31365" y="37600"/>
                  </a:cubicBezTo>
                  <a:cubicBezTo>
                    <a:pt x="30759" y="32641"/>
                    <a:pt x="32704" y="12324"/>
                    <a:pt x="32704" y="12324"/>
                  </a:cubicBezTo>
                  <a:cubicBezTo>
                    <a:pt x="23686" y="10044"/>
                    <a:pt x="26051" y="1256"/>
                    <a:pt x="26051" y="1256"/>
                  </a:cubicBezTo>
                  <a:lnTo>
                    <a:pt x="21845" y="0"/>
                  </a:lnTo>
                  <a:cubicBezTo>
                    <a:pt x="20347" y="3865"/>
                    <a:pt x="17658" y="4225"/>
                    <a:pt x="16707" y="4225"/>
                  </a:cubicBezTo>
                  <a:cubicBezTo>
                    <a:pt x="16490" y="4225"/>
                    <a:pt x="16363" y="4206"/>
                    <a:pt x="16363" y="4206"/>
                  </a:cubicBezTo>
                  <a:cubicBezTo>
                    <a:pt x="16363" y="4206"/>
                    <a:pt x="16236" y="4225"/>
                    <a:pt x="16017" y="4225"/>
                  </a:cubicBezTo>
                  <a:cubicBezTo>
                    <a:pt x="15061" y="4225"/>
                    <a:pt x="12358" y="3865"/>
                    <a:pt x="108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9"/>
            <p:cNvSpPr/>
            <p:nvPr/>
          </p:nvSpPr>
          <p:spPr>
            <a:xfrm>
              <a:off x="1605096" y="2433259"/>
              <a:ext cx="773263" cy="916788"/>
            </a:xfrm>
            <a:custGeom>
              <a:rect b="b" l="l" r="r" t="t"/>
              <a:pathLst>
                <a:path extrusionOk="0" h="38626" w="32579">
                  <a:moveTo>
                    <a:pt x="10190" y="1"/>
                  </a:moveTo>
                  <a:lnTo>
                    <a:pt x="7282" y="879"/>
                  </a:lnTo>
                  <a:cubicBezTo>
                    <a:pt x="7282" y="879"/>
                    <a:pt x="10002" y="11718"/>
                    <a:pt x="1" y="13141"/>
                  </a:cubicBezTo>
                  <a:cubicBezTo>
                    <a:pt x="1" y="13141"/>
                    <a:pt x="1612" y="34169"/>
                    <a:pt x="1298" y="36345"/>
                  </a:cubicBezTo>
                  <a:cubicBezTo>
                    <a:pt x="1298" y="36345"/>
                    <a:pt x="5378" y="38626"/>
                    <a:pt x="16300" y="38626"/>
                  </a:cubicBezTo>
                  <a:cubicBezTo>
                    <a:pt x="27201" y="38626"/>
                    <a:pt x="31281" y="36345"/>
                    <a:pt x="31281" y="36345"/>
                  </a:cubicBezTo>
                  <a:cubicBezTo>
                    <a:pt x="30968" y="34169"/>
                    <a:pt x="32579" y="13141"/>
                    <a:pt x="32579" y="13141"/>
                  </a:cubicBezTo>
                  <a:cubicBezTo>
                    <a:pt x="22577" y="11718"/>
                    <a:pt x="25297" y="879"/>
                    <a:pt x="25297" y="879"/>
                  </a:cubicBezTo>
                  <a:lnTo>
                    <a:pt x="22389" y="1"/>
                  </a:lnTo>
                  <a:cubicBezTo>
                    <a:pt x="21119" y="4627"/>
                    <a:pt x="17753" y="5017"/>
                    <a:pt x="16653" y="5017"/>
                  </a:cubicBezTo>
                  <a:cubicBezTo>
                    <a:pt x="16430" y="5017"/>
                    <a:pt x="16300" y="5001"/>
                    <a:pt x="16300" y="5001"/>
                  </a:cubicBezTo>
                  <a:cubicBezTo>
                    <a:pt x="16300" y="5001"/>
                    <a:pt x="16170" y="5017"/>
                    <a:pt x="15947" y="5017"/>
                  </a:cubicBezTo>
                  <a:cubicBezTo>
                    <a:pt x="14846" y="5017"/>
                    <a:pt x="11477" y="4627"/>
                    <a:pt x="1019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9"/>
            <p:cNvSpPr/>
            <p:nvPr/>
          </p:nvSpPr>
          <p:spPr>
            <a:xfrm>
              <a:off x="1780400" y="2767989"/>
              <a:ext cx="185774" cy="285580"/>
            </a:xfrm>
            <a:custGeom>
              <a:rect b="b" l="l" r="r" t="t"/>
              <a:pathLst>
                <a:path extrusionOk="0" h="12032" w="7827">
                  <a:moveTo>
                    <a:pt x="3641" y="0"/>
                  </a:moveTo>
                  <a:cubicBezTo>
                    <a:pt x="2867" y="0"/>
                    <a:pt x="2177" y="126"/>
                    <a:pt x="1591" y="419"/>
                  </a:cubicBezTo>
                  <a:cubicBezTo>
                    <a:pt x="1005" y="712"/>
                    <a:pt x="503" y="1088"/>
                    <a:pt x="42" y="1549"/>
                  </a:cubicBezTo>
                  <a:lnTo>
                    <a:pt x="921" y="2595"/>
                  </a:lnTo>
                  <a:cubicBezTo>
                    <a:pt x="1277" y="2239"/>
                    <a:pt x="1654" y="1946"/>
                    <a:pt x="2051" y="1737"/>
                  </a:cubicBezTo>
                  <a:cubicBezTo>
                    <a:pt x="2470" y="1507"/>
                    <a:pt x="2930" y="1402"/>
                    <a:pt x="3432" y="1402"/>
                  </a:cubicBezTo>
                  <a:cubicBezTo>
                    <a:pt x="3788" y="1402"/>
                    <a:pt x="4102" y="1444"/>
                    <a:pt x="4374" y="1569"/>
                  </a:cubicBezTo>
                  <a:cubicBezTo>
                    <a:pt x="4625" y="1674"/>
                    <a:pt x="4834" y="1841"/>
                    <a:pt x="5001" y="2030"/>
                  </a:cubicBezTo>
                  <a:cubicBezTo>
                    <a:pt x="5169" y="2239"/>
                    <a:pt x="5294" y="2469"/>
                    <a:pt x="5378" y="2741"/>
                  </a:cubicBezTo>
                  <a:cubicBezTo>
                    <a:pt x="5441" y="2992"/>
                    <a:pt x="5483" y="3285"/>
                    <a:pt x="5483" y="3557"/>
                  </a:cubicBezTo>
                  <a:cubicBezTo>
                    <a:pt x="5483" y="3871"/>
                    <a:pt x="5462" y="4164"/>
                    <a:pt x="5399" y="4436"/>
                  </a:cubicBezTo>
                  <a:cubicBezTo>
                    <a:pt x="5336" y="4687"/>
                    <a:pt x="5211" y="4980"/>
                    <a:pt x="5043" y="5273"/>
                  </a:cubicBezTo>
                  <a:cubicBezTo>
                    <a:pt x="4855" y="5587"/>
                    <a:pt x="4625" y="5922"/>
                    <a:pt x="4311" y="6277"/>
                  </a:cubicBezTo>
                  <a:cubicBezTo>
                    <a:pt x="3997" y="6633"/>
                    <a:pt x="3579" y="7072"/>
                    <a:pt x="3076" y="7575"/>
                  </a:cubicBezTo>
                  <a:lnTo>
                    <a:pt x="1" y="10629"/>
                  </a:lnTo>
                  <a:lnTo>
                    <a:pt x="1" y="12031"/>
                  </a:lnTo>
                  <a:lnTo>
                    <a:pt x="7826" y="12031"/>
                  </a:lnTo>
                  <a:lnTo>
                    <a:pt x="7826" y="10525"/>
                  </a:lnTo>
                  <a:lnTo>
                    <a:pt x="2051" y="10525"/>
                  </a:lnTo>
                  <a:lnTo>
                    <a:pt x="4206" y="8432"/>
                  </a:lnTo>
                  <a:cubicBezTo>
                    <a:pt x="4729" y="7930"/>
                    <a:pt x="5169" y="7491"/>
                    <a:pt x="5545" y="7072"/>
                  </a:cubicBezTo>
                  <a:cubicBezTo>
                    <a:pt x="5901" y="6654"/>
                    <a:pt x="6215" y="6256"/>
                    <a:pt x="6466" y="5880"/>
                  </a:cubicBezTo>
                  <a:cubicBezTo>
                    <a:pt x="6717" y="5503"/>
                    <a:pt x="6884" y="5106"/>
                    <a:pt x="7010" y="4729"/>
                  </a:cubicBezTo>
                  <a:cubicBezTo>
                    <a:pt x="7136" y="4331"/>
                    <a:pt x="7198" y="3913"/>
                    <a:pt x="7198" y="3453"/>
                  </a:cubicBezTo>
                  <a:cubicBezTo>
                    <a:pt x="7198" y="2909"/>
                    <a:pt x="7115" y="2427"/>
                    <a:pt x="6947" y="2009"/>
                  </a:cubicBezTo>
                  <a:cubicBezTo>
                    <a:pt x="6759" y="1569"/>
                    <a:pt x="6529" y="1214"/>
                    <a:pt x="6215" y="921"/>
                  </a:cubicBezTo>
                  <a:cubicBezTo>
                    <a:pt x="5880" y="607"/>
                    <a:pt x="5524" y="377"/>
                    <a:pt x="5085" y="230"/>
                  </a:cubicBezTo>
                  <a:cubicBezTo>
                    <a:pt x="4646" y="63"/>
                    <a:pt x="4164" y="0"/>
                    <a:pt x="36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9"/>
            <p:cNvSpPr/>
            <p:nvPr/>
          </p:nvSpPr>
          <p:spPr>
            <a:xfrm>
              <a:off x="2010840" y="2767989"/>
              <a:ext cx="205118" cy="289543"/>
            </a:xfrm>
            <a:custGeom>
              <a:rect b="b" l="l" r="r" t="t"/>
              <a:pathLst>
                <a:path extrusionOk="0" h="12199" w="8642">
                  <a:moveTo>
                    <a:pt x="4310" y="1339"/>
                  </a:moveTo>
                  <a:cubicBezTo>
                    <a:pt x="4624" y="1339"/>
                    <a:pt x="4896" y="1402"/>
                    <a:pt x="5147" y="1507"/>
                  </a:cubicBezTo>
                  <a:cubicBezTo>
                    <a:pt x="5398" y="1611"/>
                    <a:pt x="5629" y="1758"/>
                    <a:pt x="5817" y="1925"/>
                  </a:cubicBezTo>
                  <a:cubicBezTo>
                    <a:pt x="6005" y="2113"/>
                    <a:pt x="6173" y="2344"/>
                    <a:pt x="6319" y="2595"/>
                  </a:cubicBezTo>
                  <a:cubicBezTo>
                    <a:pt x="6466" y="2846"/>
                    <a:pt x="6570" y="3139"/>
                    <a:pt x="6654" y="3432"/>
                  </a:cubicBezTo>
                  <a:lnTo>
                    <a:pt x="1632" y="7156"/>
                  </a:lnTo>
                  <a:cubicBezTo>
                    <a:pt x="1611" y="6989"/>
                    <a:pt x="1611" y="6800"/>
                    <a:pt x="1611" y="6612"/>
                  </a:cubicBezTo>
                  <a:cubicBezTo>
                    <a:pt x="1590" y="6424"/>
                    <a:pt x="1590" y="6235"/>
                    <a:pt x="1590" y="6047"/>
                  </a:cubicBezTo>
                  <a:cubicBezTo>
                    <a:pt x="1590" y="5273"/>
                    <a:pt x="1653" y="4603"/>
                    <a:pt x="1779" y="4018"/>
                  </a:cubicBezTo>
                  <a:cubicBezTo>
                    <a:pt x="1925" y="3432"/>
                    <a:pt x="2093" y="2929"/>
                    <a:pt x="2344" y="2532"/>
                  </a:cubicBezTo>
                  <a:cubicBezTo>
                    <a:pt x="2574" y="2155"/>
                    <a:pt x="2867" y="1841"/>
                    <a:pt x="3201" y="1653"/>
                  </a:cubicBezTo>
                  <a:cubicBezTo>
                    <a:pt x="3536" y="1444"/>
                    <a:pt x="3913" y="1339"/>
                    <a:pt x="4310" y="1339"/>
                  </a:cubicBezTo>
                  <a:close/>
                  <a:moveTo>
                    <a:pt x="6968" y="4938"/>
                  </a:moveTo>
                  <a:cubicBezTo>
                    <a:pt x="6989" y="5147"/>
                    <a:pt x="6989" y="5336"/>
                    <a:pt x="7010" y="5545"/>
                  </a:cubicBezTo>
                  <a:cubicBezTo>
                    <a:pt x="7031" y="5754"/>
                    <a:pt x="7031" y="5942"/>
                    <a:pt x="7031" y="6152"/>
                  </a:cubicBezTo>
                  <a:cubicBezTo>
                    <a:pt x="7031" y="6926"/>
                    <a:pt x="6968" y="7595"/>
                    <a:pt x="6842" y="8181"/>
                  </a:cubicBezTo>
                  <a:cubicBezTo>
                    <a:pt x="6717" y="8767"/>
                    <a:pt x="6528" y="9269"/>
                    <a:pt x="6298" y="9667"/>
                  </a:cubicBezTo>
                  <a:cubicBezTo>
                    <a:pt x="6068" y="10044"/>
                    <a:pt x="5775" y="10357"/>
                    <a:pt x="5440" y="10546"/>
                  </a:cubicBezTo>
                  <a:cubicBezTo>
                    <a:pt x="5106" y="10755"/>
                    <a:pt x="4729" y="10860"/>
                    <a:pt x="4310" y="10860"/>
                  </a:cubicBezTo>
                  <a:cubicBezTo>
                    <a:pt x="3997" y="10860"/>
                    <a:pt x="3704" y="10797"/>
                    <a:pt x="3453" y="10692"/>
                  </a:cubicBezTo>
                  <a:cubicBezTo>
                    <a:pt x="3201" y="10588"/>
                    <a:pt x="2971" y="10441"/>
                    <a:pt x="2783" y="10253"/>
                  </a:cubicBezTo>
                  <a:cubicBezTo>
                    <a:pt x="2595" y="10064"/>
                    <a:pt x="2427" y="9834"/>
                    <a:pt x="2281" y="9562"/>
                  </a:cubicBezTo>
                  <a:cubicBezTo>
                    <a:pt x="2134" y="9290"/>
                    <a:pt x="2030" y="8997"/>
                    <a:pt x="1925" y="8683"/>
                  </a:cubicBezTo>
                  <a:lnTo>
                    <a:pt x="6968" y="4938"/>
                  </a:lnTo>
                  <a:close/>
                  <a:moveTo>
                    <a:pt x="4415" y="0"/>
                  </a:moveTo>
                  <a:cubicBezTo>
                    <a:pt x="3683" y="0"/>
                    <a:pt x="3034" y="147"/>
                    <a:pt x="2490" y="440"/>
                  </a:cubicBezTo>
                  <a:cubicBezTo>
                    <a:pt x="1925" y="733"/>
                    <a:pt x="1465" y="1151"/>
                    <a:pt x="1109" y="1674"/>
                  </a:cubicBezTo>
                  <a:cubicBezTo>
                    <a:pt x="732" y="2218"/>
                    <a:pt x="460" y="2867"/>
                    <a:pt x="272" y="3620"/>
                  </a:cubicBezTo>
                  <a:cubicBezTo>
                    <a:pt x="84" y="4373"/>
                    <a:pt x="0" y="5189"/>
                    <a:pt x="0" y="6110"/>
                  </a:cubicBezTo>
                  <a:cubicBezTo>
                    <a:pt x="0" y="7156"/>
                    <a:pt x="105" y="8077"/>
                    <a:pt x="293" y="8830"/>
                  </a:cubicBezTo>
                  <a:cubicBezTo>
                    <a:pt x="502" y="9604"/>
                    <a:pt x="774" y="10253"/>
                    <a:pt x="1151" y="10734"/>
                  </a:cubicBezTo>
                  <a:cubicBezTo>
                    <a:pt x="1528" y="11236"/>
                    <a:pt x="1967" y="11613"/>
                    <a:pt x="2490" y="11843"/>
                  </a:cubicBezTo>
                  <a:cubicBezTo>
                    <a:pt x="3013" y="12094"/>
                    <a:pt x="3599" y="12199"/>
                    <a:pt x="4227" y="12199"/>
                  </a:cubicBezTo>
                  <a:cubicBezTo>
                    <a:pt x="4959" y="12199"/>
                    <a:pt x="5608" y="12052"/>
                    <a:pt x="6152" y="11759"/>
                  </a:cubicBezTo>
                  <a:cubicBezTo>
                    <a:pt x="6717" y="11466"/>
                    <a:pt x="7156" y="11048"/>
                    <a:pt x="7533" y="10525"/>
                  </a:cubicBezTo>
                  <a:cubicBezTo>
                    <a:pt x="7909" y="9981"/>
                    <a:pt x="8181" y="9332"/>
                    <a:pt x="8370" y="8600"/>
                  </a:cubicBezTo>
                  <a:cubicBezTo>
                    <a:pt x="8537" y="7847"/>
                    <a:pt x="8642" y="7010"/>
                    <a:pt x="8642" y="6110"/>
                  </a:cubicBezTo>
                  <a:cubicBezTo>
                    <a:pt x="8642" y="5043"/>
                    <a:pt x="8537" y="4143"/>
                    <a:pt x="8328" y="3369"/>
                  </a:cubicBezTo>
                  <a:cubicBezTo>
                    <a:pt x="8139" y="2595"/>
                    <a:pt x="7847" y="1967"/>
                    <a:pt x="7491" y="1465"/>
                  </a:cubicBezTo>
                  <a:cubicBezTo>
                    <a:pt x="7114" y="963"/>
                    <a:pt x="6675" y="586"/>
                    <a:pt x="6152" y="356"/>
                  </a:cubicBezTo>
                  <a:cubicBezTo>
                    <a:pt x="5629" y="105"/>
                    <a:pt x="5043" y="0"/>
                    <a:pt x="44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05" name="Google Shape;505;p59"/>
          <p:cNvCxnSpPr/>
          <p:nvPr/>
        </p:nvCxnSpPr>
        <p:spPr>
          <a:xfrm rot="10800000">
            <a:off x="717500" y="2830100"/>
            <a:ext cx="7709100" cy="0"/>
          </a:xfrm>
          <a:prstGeom prst="straightConnector1">
            <a:avLst/>
          </a:prstGeom>
          <a:noFill/>
          <a:ln cap="flat" cmpd="sng" w="38100">
            <a:solidFill>
              <a:schemeClr val="accent1"/>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9"/>
                                        </p:tgtEl>
                                        <p:attrNameLst>
                                          <p:attrName>style.visibility</p:attrName>
                                        </p:attrNameLst>
                                      </p:cBhvr>
                                      <p:to>
                                        <p:strVal val="visible"/>
                                      </p:to>
                                    </p:set>
                                    <p:anim calcmode="lin" valueType="num">
                                      <p:cBhvr additive="base">
                                        <p:cTn dur="1000"/>
                                        <p:tgtEl>
                                          <p:spTgt spid="4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89"/>
                                        </p:tgtEl>
                                        <p:attrNameLst>
                                          <p:attrName>style.visibility</p:attrName>
                                        </p:attrNameLst>
                                      </p:cBhvr>
                                      <p:to>
                                        <p:strVal val="visible"/>
                                      </p:to>
                                    </p:set>
                                    <p:anim calcmode="lin" valueType="num">
                                      <p:cBhvr additive="base">
                                        <p:cTn dur="1000"/>
                                        <p:tgtEl>
                                          <p:spTgt spid="48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0"/>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Approach/</a:t>
            </a:r>
            <a:r>
              <a:rPr lang="en"/>
              <a:t>Methodology</a:t>
            </a:r>
            <a:endParaRPr/>
          </a:p>
        </p:txBody>
      </p:sp>
      <p:sp>
        <p:nvSpPr>
          <p:cNvPr id="511" name="Google Shape;511;p60"/>
          <p:cNvSpPr txBox="1"/>
          <p:nvPr>
            <p:ph idx="3" type="subTitle"/>
          </p:nvPr>
        </p:nvSpPr>
        <p:spPr>
          <a:xfrm>
            <a:off x="3495738" y="2156300"/>
            <a:ext cx="2152500" cy="66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Explore relationships between features and </a:t>
            </a:r>
            <a:r>
              <a:rPr lang="en"/>
              <a:t>distributions</a:t>
            </a:r>
            <a:r>
              <a:rPr lang="en"/>
              <a:t> of data</a:t>
            </a:r>
            <a:endParaRPr/>
          </a:p>
        </p:txBody>
      </p:sp>
      <p:sp>
        <p:nvSpPr>
          <p:cNvPr id="512" name="Google Shape;512;p60"/>
          <p:cNvSpPr txBox="1"/>
          <p:nvPr>
            <p:ph idx="1" type="subTitle"/>
          </p:nvPr>
        </p:nvSpPr>
        <p:spPr>
          <a:xfrm>
            <a:off x="1134425" y="2156300"/>
            <a:ext cx="2152500" cy="66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Sourcing publicly available data </a:t>
            </a:r>
            <a:r>
              <a:rPr lang="en"/>
              <a:t>containing</a:t>
            </a:r>
            <a:r>
              <a:rPr lang="en"/>
              <a:t> NBA data</a:t>
            </a:r>
            <a:endParaRPr/>
          </a:p>
        </p:txBody>
      </p:sp>
      <p:sp>
        <p:nvSpPr>
          <p:cNvPr id="513" name="Google Shape;513;p60"/>
          <p:cNvSpPr txBox="1"/>
          <p:nvPr>
            <p:ph idx="2" type="subTitle"/>
          </p:nvPr>
        </p:nvSpPr>
        <p:spPr>
          <a:xfrm>
            <a:off x="1134425" y="1809075"/>
            <a:ext cx="21525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Data Collection</a:t>
            </a:r>
            <a:endParaRPr/>
          </a:p>
        </p:txBody>
      </p:sp>
      <p:sp>
        <p:nvSpPr>
          <p:cNvPr id="514" name="Google Shape;514;p60"/>
          <p:cNvSpPr txBox="1"/>
          <p:nvPr>
            <p:ph idx="4" type="subTitle"/>
          </p:nvPr>
        </p:nvSpPr>
        <p:spPr>
          <a:xfrm>
            <a:off x="3495750" y="1809075"/>
            <a:ext cx="21525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EDA</a:t>
            </a:r>
            <a:endParaRPr/>
          </a:p>
        </p:txBody>
      </p:sp>
      <p:sp>
        <p:nvSpPr>
          <p:cNvPr id="515" name="Google Shape;515;p60"/>
          <p:cNvSpPr txBox="1"/>
          <p:nvPr>
            <p:ph idx="5" type="subTitle"/>
          </p:nvPr>
        </p:nvSpPr>
        <p:spPr>
          <a:xfrm>
            <a:off x="5857051" y="2156300"/>
            <a:ext cx="2152500" cy="66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Feature Engineering and </a:t>
            </a:r>
            <a:r>
              <a:rPr lang="en"/>
              <a:t>dimensionality</a:t>
            </a:r>
            <a:r>
              <a:rPr lang="en"/>
              <a:t> reduction (PCA)</a:t>
            </a:r>
            <a:endParaRPr/>
          </a:p>
        </p:txBody>
      </p:sp>
      <p:sp>
        <p:nvSpPr>
          <p:cNvPr id="516" name="Google Shape;516;p60"/>
          <p:cNvSpPr txBox="1"/>
          <p:nvPr>
            <p:ph idx="6" type="subTitle"/>
          </p:nvPr>
        </p:nvSpPr>
        <p:spPr>
          <a:xfrm>
            <a:off x="5528650" y="1809075"/>
            <a:ext cx="28518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Model Preprocessing</a:t>
            </a:r>
            <a:endParaRPr/>
          </a:p>
        </p:txBody>
      </p:sp>
      <p:sp>
        <p:nvSpPr>
          <p:cNvPr id="517" name="Google Shape;517;p60"/>
          <p:cNvSpPr txBox="1"/>
          <p:nvPr>
            <p:ph idx="7" type="subTitle"/>
          </p:nvPr>
        </p:nvSpPr>
        <p:spPr>
          <a:xfrm>
            <a:off x="1134425" y="3744750"/>
            <a:ext cx="2152500" cy="66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Regression</a:t>
            </a:r>
            <a:r>
              <a:rPr lang="en"/>
              <a:t> and classification tasks. 80-20 train-validation split</a:t>
            </a:r>
            <a:endParaRPr/>
          </a:p>
        </p:txBody>
      </p:sp>
      <p:sp>
        <p:nvSpPr>
          <p:cNvPr id="518" name="Google Shape;518;p60"/>
          <p:cNvSpPr txBox="1"/>
          <p:nvPr>
            <p:ph idx="8" type="subTitle"/>
          </p:nvPr>
        </p:nvSpPr>
        <p:spPr>
          <a:xfrm>
            <a:off x="1134425" y="3321350"/>
            <a:ext cx="21525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Model Training</a:t>
            </a:r>
            <a:endParaRPr/>
          </a:p>
        </p:txBody>
      </p:sp>
      <p:sp>
        <p:nvSpPr>
          <p:cNvPr id="519" name="Google Shape;519;p60"/>
          <p:cNvSpPr txBox="1"/>
          <p:nvPr>
            <p:ph idx="9" type="subTitle"/>
          </p:nvPr>
        </p:nvSpPr>
        <p:spPr>
          <a:xfrm>
            <a:off x="3495738" y="3744750"/>
            <a:ext cx="2152500" cy="66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Evaluated and </a:t>
            </a:r>
            <a:r>
              <a:rPr lang="en"/>
              <a:t>optimized</a:t>
            </a:r>
            <a:r>
              <a:rPr lang="en"/>
              <a:t> each model based on evaluation metrics</a:t>
            </a:r>
            <a:endParaRPr/>
          </a:p>
        </p:txBody>
      </p:sp>
      <p:sp>
        <p:nvSpPr>
          <p:cNvPr id="520" name="Google Shape;520;p60"/>
          <p:cNvSpPr txBox="1"/>
          <p:nvPr>
            <p:ph idx="13" type="subTitle"/>
          </p:nvPr>
        </p:nvSpPr>
        <p:spPr>
          <a:xfrm>
            <a:off x="3363125" y="3321350"/>
            <a:ext cx="23613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Model Evaluation</a:t>
            </a:r>
            <a:endParaRPr/>
          </a:p>
        </p:txBody>
      </p:sp>
      <p:sp>
        <p:nvSpPr>
          <p:cNvPr id="521" name="Google Shape;521;p60"/>
          <p:cNvSpPr txBox="1"/>
          <p:nvPr>
            <p:ph idx="14" type="subTitle"/>
          </p:nvPr>
        </p:nvSpPr>
        <p:spPr>
          <a:xfrm>
            <a:off x="5857051" y="3744750"/>
            <a:ext cx="2152500" cy="66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Compared projected outcomes with actual results and quantified expected financial gains</a:t>
            </a:r>
            <a:endParaRPr/>
          </a:p>
        </p:txBody>
      </p:sp>
      <p:sp>
        <p:nvSpPr>
          <p:cNvPr id="522" name="Google Shape;522;p60"/>
          <p:cNvSpPr txBox="1"/>
          <p:nvPr>
            <p:ph idx="15" type="subTitle"/>
          </p:nvPr>
        </p:nvSpPr>
        <p:spPr>
          <a:xfrm>
            <a:off x="5857075" y="3321350"/>
            <a:ext cx="21525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Impact Analysis</a:t>
            </a:r>
            <a:endParaRPr/>
          </a:p>
        </p:txBody>
      </p:sp>
      <p:grpSp>
        <p:nvGrpSpPr>
          <p:cNvPr id="523" name="Google Shape;523;p60"/>
          <p:cNvGrpSpPr/>
          <p:nvPr/>
        </p:nvGrpSpPr>
        <p:grpSpPr>
          <a:xfrm>
            <a:off x="2090399" y="1292128"/>
            <a:ext cx="240560" cy="408585"/>
            <a:chOff x="2136125" y="1960225"/>
            <a:chExt cx="214575" cy="364450"/>
          </a:xfrm>
        </p:grpSpPr>
        <p:sp>
          <p:nvSpPr>
            <p:cNvPr id="524" name="Google Shape;524;p60"/>
            <p:cNvSpPr/>
            <p:nvPr/>
          </p:nvSpPr>
          <p:spPr>
            <a:xfrm>
              <a:off x="2136125" y="1960225"/>
              <a:ext cx="214575" cy="174450"/>
            </a:xfrm>
            <a:custGeom>
              <a:rect b="b" l="l" r="r" t="t"/>
              <a:pathLst>
                <a:path extrusionOk="0" h="6978" w="8583">
                  <a:moveTo>
                    <a:pt x="643" y="1"/>
                  </a:moveTo>
                  <a:cubicBezTo>
                    <a:pt x="286" y="1"/>
                    <a:pt x="0" y="286"/>
                    <a:pt x="0" y="661"/>
                  </a:cubicBezTo>
                  <a:lnTo>
                    <a:pt x="0" y="6924"/>
                  </a:lnTo>
                  <a:lnTo>
                    <a:pt x="2106" y="6924"/>
                  </a:lnTo>
                  <a:lnTo>
                    <a:pt x="2106" y="6941"/>
                  </a:lnTo>
                  <a:cubicBezTo>
                    <a:pt x="2284" y="5889"/>
                    <a:pt x="3194" y="5086"/>
                    <a:pt x="4301" y="5086"/>
                  </a:cubicBezTo>
                  <a:cubicBezTo>
                    <a:pt x="5389" y="5086"/>
                    <a:pt x="6477" y="6977"/>
                    <a:pt x="6477" y="6977"/>
                  </a:cubicBezTo>
                  <a:lnTo>
                    <a:pt x="8583" y="6977"/>
                  </a:lnTo>
                  <a:lnTo>
                    <a:pt x="8583" y="661"/>
                  </a:lnTo>
                  <a:cubicBezTo>
                    <a:pt x="8583" y="286"/>
                    <a:pt x="8297" y="1"/>
                    <a:pt x="7940" y="1"/>
                  </a:cubicBezTo>
                  <a:lnTo>
                    <a:pt x="7441" y="1"/>
                  </a:lnTo>
                  <a:cubicBezTo>
                    <a:pt x="7369" y="1696"/>
                    <a:pt x="5996" y="3052"/>
                    <a:pt x="4301" y="3052"/>
                  </a:cubicBezTo>
                  <a:cubicBezTo>
                    <a:pt x="2605" y="3052"/>
                    <a:pt x="1214" y="1696"/>
                    <a:pt x="11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0"/>
            <p:cNvSpPr/>
            <p:nvPr/>
          </p:nvSpPr>
          <p:spPr>
            <a:xfrm>
              <a:off x="2182525" y="1960225"/>
              <a:ext cx="121800" cy="57575"/>
            </a:xfrm>
            <a:custGeom>
              <a:rect b="b" l="l" r="r" t="t"/>
              <a:pathLst>
                <a:path extrusionOk="0" h="2303" w="4872">
                  <a:moveTo>
                    <a:pt x="0" y="1"/>
                  </a:moveTo>
                  <a:cubicBezTo>
                    <a:pt x="71" y="1285"/>
                    <a:pt x="1142" y="2302"/>
                    <a:pt x="2445" y="2302"/>
                  </a:cubicBezTo>
                  <a:cubicBezTo>
                    <a:pt x="3747" y="2302"/>
                    <a:pt x="4818" y="1285"/>
                    <a:pt x="4871" y="1"/>
                  </a:cubicBezTo>
                  <a:lnTo>
                    <a:pt x="3747" y="1"/>
                  </a:lnTo>
                  <a:lnTo>
                    <a:pt x="3747" y="821"/>
                  </a:lnTo>
                  <a:cubicBezTo>
                    <a:pt x="3747" y="1018"/>
                    <a:pt x="3569" y="1178"/>
                    <a:pt x="3372" y="1178"/>
                  </a:cubicBezTo>
                  <a:lnTo>
                    <a:pt x="1499" y="1178"/>
                  </a:lnTo>
                  <a:cubicBezTo>
                    <a:pt x="1303" y="1178"/>
                    <a:pt x="1142" y="1018"/>
                    <a:pt x="1142" y="821"/>
                  </a:cubicBezTo>
                  <a:lnTo>
                    <a:pt x="1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0"/>
            <p:cNvSpPr/>
            <p:nvPr/>
          </p:nvSpPr>
          <p:spPr>
            <a:xfrm>
              <a:off x="2229350" y="1960225"/>
              <a:ext cx="28125" cy="11175"/>
            </a:xfrm>
            <a:custGeom>
              <a:rect b="b" l="l" r="r" t="t"/>
              <a:pathLst>
                <a:path extrusionOk="0" h="447" w="1125">
                  <a:moveTo>
                    <a:pt x="1" y="1"/>
                  </a:moveTo>
                  <a:lnTo>
                    <a:pt x="1" y="447"/>
                  </a:lnTo>
                  <a:lnTo>
                    <a:pt x="1125" y="447"/>
                  </a:lnTo>
                  <a:lnTo>
                    <a:pt x="112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0"/>
            <p:cNvSpPr/>
            <p:nvPr/>
          </p:nvSpPr>
          <p:spPr>
            <a:xfrm>
              <a:off x="2207500" y="2105200"/>
              <a:ext cx="72275" cy="28125"/>
            </a:xfrm>
            <a:custGeom>
              <a:rect b="b" l="l" r="r" t="t"/>
              <a:pathLst>
                <a:path extrusionOk="0" h="1125" w="2891">
                  <a:moveTo>
                    <a:pt x="1446" y="0"/>
                  </a:moveTo>
                  <a:cubicBezTo>
                    <a:pt x="750" y="0"/>
                    <a:pt x="161" y="482"/>
                    <a:pt x="0" y="1125"/>
                  </a:cubicBezTo>
                  <a:lnTo>
                    <a:pt x="2891" y="1125"/>
                  </a:lnTo>
                  <a:cubicBezTo>
                    <a:pt x="2730" y="482"/>
                    <a:pt x="2141" y="0"/>
                    <a:pt x="144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0"/>
            <p:cNvSpPr/>
            <p:nvPr/>
          </p:nvSpPr>
          <p:spPr>
            <a:xfrm>
              <a:off x="2207500" y="2151600"/>
              <a:ext cx="72275" cy="28125"/>
            </a:xfrm>
            <a:custGeom>
              <a:rect b="b" l="l" r="r" t="t"/>
              <a:pathLst>
                <a:path extrusionOk="0" h="1125" w="2891">
                  <a:moveTo>
                    <a:pt x="0" y="0"/>
                  </a:moveTo>
                  <a:cubicBezTo>
                    <a:pt x="161" y="642"/>
                    <a:pt x="750" y="1124"/>
                    <a:pt x="1446" y="1124"/>
                  </a:cubicBezTo>
                  <a:cubicBezTo>
                    <a:pt x="2141" y="1124"/>
                    <a:pt x="2730" y="642"/>
                    <a:pt x="28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60"/>
            <p:cNvSpPr/>
            <p:nvPr/>
          </p:nvSpPr>
          <p:spPr>
            <a:xfrm>
              <a:off x="2182525" y="2267125"/>
              <a:ext cx="121800" cy="57550"/>
            </a:xfrm>
            <a:custGeom>
              <a:rect b="b" l="l" r="r" t="t"/>
              <a:pathLst>
                <a:path extrusionOk="0" h="2302" w="4872">
                  <a:moveTo>
                    <a:pt x="2445" y="0"/>
                  </a:moveTo>
                  <a:cubicBezTo>
                    <a:pt x="1142" y="0"/>
                    <a:pt x="71" y="1017"/>
                    <a:pt x="0" y="2302"/>
                  </a:cubicBezTo>
                  <a:lnTo>
                    <a:pt x="1142" y="2302"/>
                  </a:lnTo>
                  <a:lnTo>
                    <a:pt x="1142" y="1481"/>
                  </a:lnTo>
                  <a:cubicBezTo>
                    <a:pt x="1142" y="1285"/>
                    <a:pt x="1303" y="1124"/>
                    <a:pt x="1499" y="1124"/>
                  </a:cubicBezTo>
                  <a:lnTo>
                    <a:pt x="3372" y="1124"/>
                  </a:lnTo>
                  <a:cubicBezTo>
                    <a:pt x="3569" y="1124"/>
                    <a:pt x="3747" y="1285"/>
                    <a:pt x="3747" y="1481"/>
                  </a:cubicBezTo>
                  <a:lnTo>
                    <a:pt x="3747" y="2302"/>
                  </a:lnTo>
                  <a:lnTo>
                    <a:pt x="4871" y="2302"/>
                  </a:lnTo>
                  <a:cubicBezTo>
                    <a:pt x="4818" y="1017"/>
                    <a:pt x="3747" y="0"/>
                    <a:pt x="24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0"/>
            <p:cNvSpPr/>
            <p:nvPr/>
          </p:nvSpPr>
          <p:spPr>
            <a:xfrm>
              <a:off x="2229350" y="2313500"/>
              <a:ext cx="28125" cy="11175"/>
            </a:xfrm>
            <a:custGeom>
              <a:rect b="b" l="l" r="r" t="t"/>
              <a:pathLst>
                <a:path extrusionOk="0" h="447" w="1125">
                  <a:moveTo>
                    <a:pt x="1" y="1"/>
                  </a:moveTo>
                  <a:lnTo>
                    <a:pt x="1" y="447"/>
                  </a:lnTo>
                  <a:lnTo>
                    <a:pt x="1125" y="447"/>
                  </a:lnTo>
                  <a:lnTo>
                    <a:pt x="112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0"/>
            <p:cNvSpPr/>
            <p:nvPr/>
          </p:nvSpPr>
          <p:spPr>
            <a:xfrm>
              <a:off x="2136125" y="2151600"/>
              <a:ext cx="214575" cy="173075"/>
            </a:xfrm>
            <a:custGeom>
              <a:rect b="b" l="l" r="r" t="t"/>
              <a:pathLst>
                <a:path extrusionOk="0" h="6923" w="8583">
                  <a:moveTo>
                    <a:pt x="0" y="0"/>
                  </a:moveTo>
                  <a:lnTo>
                    <a:pt x="0" y="6281"/>
                  </a:lnTo>
                  <a:cubicBezTo>
                    <a:pt x="0" y="6638"/>
                    <a:pt x="286" y="6923"/>
                    <a:pt x="643" y="6923"/>
                  </a:cubicBezTo>
                  <a:lnTo>
                    <a:pt x="1160" y="6923"/>
                  </a:lnTo>
                  <a:cubicBezTo>
                    <a:pt x="1214" y="5246"/>
                    <a:pt x="2605" y="3890"/>
                    <a:pt x="4301" y="3890"/>
                  </a:cubicBezTo>
                  <a:cubicBezTo>
                    <a:pt x="5996" y="3890"/>
                    <a:pt x="7369" y="5246"/>
                    <a:pt x="7441" y="6923"/>
                  </a:cubicBezTo>
                  <a:lnTo>
                    <a:pt x="7940" y="6923"/>
                  </a:lnTo>
                  <a:cubicBezTo>
                    <a:pt x="8297" y="6923"/>
                    <a:pt x="8583" y="6638"/>
                    <a:pt x="8583" y="6281"/>
                  </a:cubicBezTo>
                  <a:lnTo>
                    <a:pt x="8583" y="0"/>
                  </a:lnTo>
                  <a:lnTo>
                    <a:pt x="6477" y="0"/>
                  </a:lnTo>
                  <a:cubicBezTo>
                    <a:pt x="6299" y="1053"/>
                    <a:pt x="5389" y="1856"/>
                    <a:pt x="4301" y="1856"/>
                  </a:cubicBezTo>
                  <a:cubicBezTo>
                    <a:pt x="3194" y="1856"/>
                    <a:pt x="2284" y="1053"/>
                    <a:pt x="21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60"/>
          <p:cNvGrpSpPr/>
          <p:nvPr/>
        </p:nvGrpSpPr>
        <p:grpSpPr>
          <a:xfrm>
            <a:off x="2006373" y="2934417"/>
            <a:ext cx="408613" cy="335573"/>
            <a:chOff x="2061175" y="3386750"/>
            <a:chExt cx="364475" cy="299325"/>
          </a:xfrm>
        </p:grpSpPr>
        <p:sp>
          <p:nvSpPr>
            <p:cNvPr id="533" name="Google Shape;533;p60"/>
            <p:cNvSpPr/>
            <p:nvPr/>
          </p:nvSpPr>
          <p:spPr>
            <a:xfrm>
              <a:off x="2294925" y="3386750"/>
              <a:ext cx="130725" cy="26775"/>
            </a:xfrm>
            <a:custGeom>
              <a:rect b="b" l="l" r="r" t="t"/>
              <a:pathLst>
                <a:path extrusionOk="0" h="1071" w="5229">
                  <a:moveTo>
                    <a:pt x="232" y="0"/>
                  </a:moveTo>
                  <a:cubicBezTo>
                    <a:pt x="108" y="0"/>
                    <a:pt x="0" y="107"/>
                    <a:pt x="0" y="232"/>
                  </a:cubicBezTo>
                  <a:cubicBezTo>
                    <a:pt x="0" y="429"/>
                    <a:pt x="0" y="625"/>
                    <a:pt x="0" y="839"/>
                  </a:cubicBezTo>
                  <a:cubicBezTo>
                    <a:pt x="0" y="964"/>
                    <a:pt x="108" y="1071"/>
                    <a:pt x="250" y="1071"/>
                  </a:cubicBezTo>
                  <a:lnTo>
                    <a:pt x="4996" y="1071"/>
                  </a:lnTo>
                  <a:cubicBezTo>
                    <a:pt x="5121" y="1071"/>
                    <a:pt x="5228" y="964"/>
                    <a:pt x="5228" y="839"/>
                  </a:cubicBezTo>
                  <a:lnTo>
                    <a:pt x="5228" y="232"/>
                  </a:lnTo>
                  <a:cubicBezTo>
                    <a:pt x="5228" y="107"/>
                    <a:pt x="5121" y="0"/>
                    <a:pt x="49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0"/>
            <p:cNvSpPr/>
            <p:nvPr/>
          </p:nvSpPr>
          <p:spPr>
            <a:xfrm>
              <a:off x="2061175" y="3578550"/>
              <a:ext cx="51775" cy="58450"/>
            </a:xfrm>
            <a:custGeom>
              <a:rect b="b" l="l" r="r" t="t"/>
              <a:pathLst>
                <a:path extrusionOk="0" h="2338" w="2071">
                  <a:moveTo>
                    <a:pt x="2071" y="1"/>
                  </a:moveTo>
                  <a:cubicBezTo>
                    <a:pt x="1981" y="18"/>
                    <a:pt x="1910" y="36"/>
                    <a:pt x="1839" y="54"/>
                  </a:cubicBezTo>
                  <a:cubicBezTo>
                    <a:pt x="536" y="375"/>
                    <a:pt x="1" y="554"/>
                    <a:pt x="1" y="1535"/>
                  </a:cubicBezTo>
                  <a:lnTo>
                    <a:pt x="1" y="2338"/>
                  </a:lnTo>
                  <a:lnTo>
                    <a:pt x="2071" y="2338"/>
                  </a:lnTo>
                  <a:lnTo>
                    <a:pt x="207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0"/>
            <p:cNvSpPr/>
            <p:nvPr/>
          </p:nvSpPr>
          <p:spPr>
            <a:xfrm>
              <a:off x="2346675" y="3476850"/>
              <a:ext cx="26775" cy="26800"/>
            </a:xfrm>
            <a:custGeom>
              <a:rect b="b" l="l" r="r" t="t"/>
              <a:pathLst>
                <a:path extrusionOk="0" h="1072" w="1071">
                  <a:moveTo>
                    <a:pt x="535" y="0"/>
                  </a:moveTo>
                  <a:cubicBezTo>
                    <a:pt x="232" y="0"/>
                    <a:pt x="0" y="250"/>
                    <a:pt x="0" y="536"/>
                  </a:cubicBezTo>
                  <a:cubicBezTo>
                    <a:pt x="0" y="839"/>
                    <a:pt x="232" y="1071"/>
                    <a:pt x="535" y="1071"/>
                  </a:cubicBezTo>
                  <a:cubicBezTo>
                    <a:pt x="839" y="1071"/>
                    <a:pt x="1071" y="839"/>
                    <a:pt x="1071" y="536"/>
                  </a:cubicBezTo>
                  <a:cubicBezTo>
                    <a:pt x="1071" y="250"/>
                    <a:pt x="839" y="0"/>
                    <a:pt x="5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0"/>
            <p:cNvSpPr/>
            <p:nvPr/>
          </p:nvSpPr>
          <p:spPr>
            <a:xfrm>
              <a:off x="2136125" y="3530375"/>
              <a:ext cx="119575" cy="106625"/>
            </a:xfrm>
            <a:custGeom>
              <a:rect b="b" l="l" r="r" t="t"/>
              <a:pathLst>
                <a:path extrusionOk="0" h="4265" w="4783">
                  <a:moveTo>
                    <a:pt x="3872" y="1"/>
                  </a:moveTo>
                  <a:cubicBezTo>
                    <a:pt x="3747" y="72"/>
                    <a:pt x="3623" y="143"/>
                    <a:pt x="3480" y="215"/>
                  </a:cubicBezTo>
                  <a:lnTo>
                    <a:pt x="3480" y="1250"/>
                  </a:lnTo>
                  <a:cubicBezTo>
                    <a:pt x="3480" y="1464"/>
                    <a:pt x="3337" y="1660"/>
                    <a:pt x="3123" y="1696"/>
                  </a:cubicBezTo>
                  <a:cubicBezTo>
                    <a:pt x="3083" y="1705"/>
                    <a:pt x="3044" y="1709"/>
                    <a:pt x="3006" y="1709"/>
                  </a:cubicBezTo>
                  <a:cubicBezTo>
                    <a:pt x="2754" y="1709"/>
                    <a:pt x="2552" y="1515"/>
                    <a:pt x="2552" y="1267"/>
                  </a:cubicBezTo>
                  <a:lnTo>
                    <a:pt x="2552" y="607"/>
                  </a:lnTo>
                  <a:cubicBezTo>
                    <a:pt x="2266" y="732"/>
                    <a:pt x="2017" y="839"/>
                    <a:pt x="1767" y="946"/>
                  </a:cubicBezTo>
                  <a:lnTo>
                    <a:pt x="1767" y="1731"/>
                  </a:lnTo>
                  <a:cubicBezTo>
                    <a:pt x="1767" y="1928"/>
                    <a:pt x="1642" y="2124"/>
                    <a:pt x="1446" y="2177"/>
                  </a:cubicBezTo>
                  <a:cubicBezTo>
                    <a:pt x="1398" y="2191"/>
                    <a:pt x="1352" y="2197"/>
                    <a:pt x="1307" y="2197"/>
                  </a:cubicBezTo>
                  <a:cubicBezTo>
                    <a:pt x="1047" y="2197"/>
                    <a:pt x="839" y="1990"/>
                    <a:pt x="839" y="1731"/>
                  </a:cubicBezTo>
                  <a:lnTo>
                    <a:pt x="839" y="1321"/>
                  </a:lnTo>
                  <a:cubicBezTo>
                    <a:pt x="518" y="1446"/>
                    <a:pt x="250" y="1553"/>
                    <a:pt x="0" y="1642"/>
                  </a:cubicBezTo>
                  <a:lnTo>
                    <a:pt x="0" y="4265"/>
                  </a:lnTo>
                  <a:lnTo>
                    <a:pt x="4211" y="4265"/>
                  </a:lnTo>
                  <a:cubicBezTo>
                    <a:pt x="4782" y="2213"/>
                    <a:pt x="4176" y="625"/>
                    <a:pt x="387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0"/>
            <p:cNvSpPr/>
            <p:nvPr/>
          </p:nvSpPr>
          <p:spPr>
            <a:xfrm>
              <a:off x="2061175" y="3650375"/>
              <a:ext cx="364475" cy="35700"/>
            </a:xfrm>
            <a:custGeom>
              <a:rect b="b" l="l" r="r" t="t"/>
              <a:pathLst>
                <a:path extrusionOk="0" h="1428" w="14579">
                  <a:moveTo>
                    <a:pt x="14578" y="0"/>
                  </a:moveTo>
                  <a:cubicBezTo>
                    <a:pt x="14257" y="214"/>
                    <a:pt x="13865" y="339"/>
                    <a:pt x="13454" y="339"/>
                  </a:cubicBezTo>
                  <a:lnTo>
                    <a:pt x="1" y="339"/>
                  </a:lnTo>
                  <a:lnTo>
                    <a:pt x="1" y="446"/>
                  </a:lnTo>
                  <a:cubicBezTo>
                    <a:pt x="1" y="982"/>
                    <a:pt x="447" y="1428"/>
                    <a:pt x="982" y="1428"/>
                  </a:cubicBezTo>
                  <a:lnTo>
                    <a:pt x="13454" y="1428"/>
                  </a:lnTo>
                  <a:cubicBezTo>
                    <a:pt x="14079" y="1428"/>
                    <a:pt x="14578" y="928"/>
                    <a:pt x="14578" y="286"/>
                  </a:cubicBezTo>
                  <a:lnTo>
                    <a:pt x="1457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0"/>
            <p:cNvSpPr/>
            <p:nvPr/>
          </p:nvSpPr>
          <p:spPr>
            <a:xfrm>
              <a:off x="2251650" y="3499150"/>
              <a:ext cx="174000" cy="137850"/>
            </a:xfrm>
            <a:custGeom>
              <a:rect b="b" l="l" r="r" t="t"/>
              <a:pathLst>
                <a:path extrusionOk="0" h="5514" w="6960">
                  <a:moveTo>
                    <a:pt x="732" y="1"/>
                  </a:moveTo>
                  <a:cubicBezTo>
                    <a:pt x="518" y="268"/>
                    <a:pt x="268" y="518"/>
                    <a:pt x="1" y="732"/>
                  </a:cubicBezTo>
                  <a:cubicBezTo>
                    <a:pt x="322" y="1357"/>
                    <a:pt x="1071" y="3159"/>
                    <a:pt x="500" y="5514"/>
                  </a:cubicBezTo>
                  <a:lnTo>
                    <a:pt x="5835" y="5514"/>
                  </a:lnTo>
                  <a:cubicBezTo>
                    <a:pt x="6460" y="5514"/>
                    <a:pt x="6959" y="4997"/>
                    <a:pt x="6959" y="4372"/>
                  </a:cubicBezTo>
                  <a:lnTo>
                    <a:pt x="6959" y="4336"/>
                  </a:lnTo>
                  <a:cubicBezTo>
                    <a:pt x="4015" y="4194"/>
                    <a:pt x="2392" y="2766"/>
                    <a:pt x="1553" y="1589"/>
                  </a:cubicBezTo>
                  <a:cubicBezTo>
                    <a:pt x="1160" y="1018"/>
                    <a:pt x="893" y="465"/>
                    <a:pt x="7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0"/>
            <p:cNvSpPr/>
            <p:nvPr/>
          </p:nvSpPr>
          <p:spPr>
            <a:xfrm>
              <a:off x="2286000" y="3435800"/>
              <a:ext cx="139650" cy="148125"/>
            </a:xfrm>
            <a:custGeom>
              <a:rect b="b" l="l" r="r" t="t"/>
              <a:pathLst>
                <a:path extrusionOk="0" h="5925" w="5586">
                  <a:moveTo>
                    <a:pt x="2962" y="733"/>
                  </a:moveTo>
                  <a:cubicBezTo>
                    <a:pt x="3765" y="733"/>
                    <a:pt x="4408" y="1375"/>
                    <a:pt x="4408" y="2178"/>
                  </a:cubicBezTo>
                  <a:cubicBezTo>
                    <a:pt x="4408" y="2981"/>
                    <a:pt x="3765" y="3623"/>
                    <a:pt x="2962" y="3623"/>
                  </a:cubicBezTo>
                  <a:cubicBezTo>
                    <a:pt x="2160" y="3623"/>
                    <a:pt x="1517" y="2981"/>
                    <a:pt x="1517" y="2178"/>
                  </a:cubicBezTo>
                  <a:cubicBezTo>
                    <a:pt x="1517" y="1375"/>
                    <a:pt x="2160" y="733"/>
                    <a:pt x="2962" y="733"/>
                  </a:cubicBezTo>
                  <a:close/>
                  <a:moveTo>
                    <a:pt x="607" y="1"/>
                  </a:moveTo>
                  <a:cubicBezTo>
                    <a:pt x="465" y="1"/>
                    <a:pt x="357" y="90"/>
                    <a:pt x="340" y="233"/>
                  </a:cubicBezTo>
                  <a:cubicBezTo>
                    <a:pt x="286" y="643"/>
                    <a:pt x="161" y="1072"/>
                    <a:pt x="1" y="1428"/>
                  </a:cubicBezTo>
                  <a:cubicBezTo>
                    <a:pt x="54" y="1696"/>
                    <a:pt x="286" y="2660"/>
                    <a:pt x="964" y="3605"/>
                  </a:cubicBezTo>
                  <a:cubicBezTo>
                    <a:pt x="1999" y="5033"/>
                    <a:pt x="3551" y="5818"/>
                    <a:pt x="5585" y="5925"/>
                  </a:cubicBezTo>
                  <a:lnTo>
                    <a:pt x="5585" y="269"/>
                  </a:lnTo>
                  <a:cubicBezTo>
                    <a:pt x="5585" y="108"/>
                    <a:pt x="5478" y="1"/>
                    <a:pt x="53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60"/>
          <p:cNvGrpSpPr/>
          <p:nvPr/>
        </p:nvGrpSpPr>
        <p:grpSpPr>
          <a:xfrm>
            <a:off x="6673608" y="2957247"/>
            <a:ext cx="408613" cy="228564"/>
            <a:chOff x="5032875" y="3434475"/>
            <a:chExt cx="364475" cy="203875"/>
          </a:xfrm>
        </p:grpSpPr>
        <p:sp>
          <p:nvSpPr>
            <p:cNvPr id="541" name="Google Shape;541;p60"/>
            <p:cNvSpPr/>
            <p:nvPr/>
          </p:nvSpPr>
          <p:spPr>
            <a:xfrm>
              <a:off x="5104700" y="3505850"/>
              <a:ext cx="21875" cy="23225"/>
            </a:xfrm>
            <a:custGeom>
              <a:rect b="b" l="l" r="r" t="t"/>
              <a:pathLst>
                <a:path extrusionOk="0" h="929" w="875">
                  <a:moveTo>
                    <a:pt x="429" y="0"/>
                  </a:moveTo>
                  <a:cubicBezTo>
                    <a:pt x="214" y="268"/>
                    <a:pt x="54" y="571"/>
                    <a:pt x="0" y="928"/>
                  </a:cubicBezTo>
                  <a:lnTo>
                    <a:pt x="875" y="928"/>
                  </a:lnTo>
                  <a:cubicBezTo>
                    <a:pt x="821" y="589"/>
                    <a:pt x="660" y="268"/>
                    <a:pt x="4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0"/>
            <p:cNvSpPr/>
            <p:nvPr/>
          </p:nvSpPr>
          <p:spPr>
            <a:xfrm>
              <a:off x="5159125" y="3543750"/>
              <a:ext cx="16975" cy="39300"/>
            </a:xfrm>
            <a:custGeom>
              <a:rect b="b" l="l" r="r" t="t"/>
              <a:pathLst>
                <a:path extrusionOk="0" h="1572" w="679">
                  <a:moveTo>
                    <a:pt x="0" y="1"/>
                  </a:moveTo>
                  <a:lnTo>
                    <a:pt x="0" y="1571"/>
                  </a:lnTo>
                  <a:cubicBezTo>
                    <a:pt x="250" y="1518"/>
                    <a:pt x="482" y="1428"/>
                    <a:pt x="678" y="1321"/>
                  </a:cubicBezTo>
                  <a:cubicBezTo>
                    <a:pt x="357" y="947"/>
                    <a:pt x="143" y="483"/>
                    <a:pt x="8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0"/>
            <p:cNvSpPr/>
            <p:nvPr/>
          </p:nvSpPr>
          <p:spPr>
            <a:xfrm>
              <a:off x="5126100" y="3543750"/>
              <a:ext cx="16975" cy="39300"/>
            </a:xfrm>
            <a:custGeom>
              <a:rect b="b" l="l" r="r" t="t"/>
              <a:pathLst>
                <a:path extrusionOk="0" h="1572" w="679">
                  <a:moveTo>
                    <a:pt x="607" y="1"/>
                  </a:moveTo>
                  <a:cubicBezTo>
                    <a:pt x="536" y="483"/>
                    <a:pt x="340" y="947"/>
                    <a:pt x="1" y="1321"/>
                  </a:cubicBezTo>
                  <a:cubicBezTo>
                    <a:pt x="215" y="1428"/>
                    <a:pt x="447" y="1518"/>
                    <a:pt x="679" y="1571"/>
                  </a:cubicBezTo>
                  <a:lnTo>
                    <a:pt x="67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0"/>
            <p:cNvSpPr/>
            <p:nvPr/>
          </p:nvSpPr>
          <p:spPr>
            <a:xfrm>
              <a:off x="5176075" y="3505850"/>
              <a:ext cx="21875" cy="23225"/>
            </a:xfrm>
            <a:custGeom>
              <a:rect b="b" l="l" r="r" t="t"/>
              <a:pathLst>
                <a:path extrusionOk="0" h="929" w="875">
                  <a:moveTo>
                    <a:pt x="446" y="0"/>
                  </a:moveTo>
                  <a:cubicBezTo>
                    <a:pt x="214" y="268"/>
                    <a:pt x="54" y="589"/>
                    <a:pt x="0" y="928"/>
                  </a:cubicBezTo>
                  <a:lnTo>
                    <a:pt x="874" y="928"/>
                  </a:lnTo>
                  <a:cubicBezTo>
                    <a:pt x="821" y="571"/>
                    <a:pt x="660" y="268"/>
                    <a:pt x="44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0"/>
            <p:cNvSpPr/>
            <p:nvPr/>
          </p:nvSpPr>
          <p:spPr>
            <a:xfrm>
              <a:off x="5159125" y="3489775"/>
              <a:ext cx="16975" cy="39300"/>
            </a:xfrm>
            <a:custGeom>
              <a:rect b="b" l="l" r="r" t="t"/>
              <a:pathLst>
                <a:path extrusionOk="0" h="1572" w="679">
                  <a:moveTo>
                    <a:pt x="0" y="1"/>
                  </a:moveTo>
                  <a:lnTo>
                    <a:pt x="0" y="1571"/>
                  </a:lnTo>
                  <a:lnTo>
                    <a:pt x="89" y="1571"/>
                  </a:lnTo>
                  <a:cubicBezTo>
                    <a:pt x="143" y="1089"/>
                    <a:pt x="357" y="625"/>
                    <a:pt x="678" y="251"/>
                  </a:cubicBezTo>
                  <a:cubicBezTo>
                    <a:pt x="482" y="126"/>
                    <a:pt x="250" y="37"/>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0"/>
            <p:cNvSpPr/>
            <p:nvPr/>
          </p:nvSpPr>
          <p:spPr>
            <a:xfrm>
              <a:off x="5126100" y="3489775"/>
              <a:ext cx="16975" cy="39300"/>
            </a:xfrm>
            <a:custGeom>
              <a:rect b="b" l="l" r="r" t="t"/>
              <a:pathLst>
                <a:path extrusionOk="0" h="1572" w="679">
                  <a:moveTo>
                    <a:pt x="679" y="1"/>
                  </a:moveTo>
                  <a:cubicBezTo>
                    <a:pt x="447" y="37"/>
                    <a:pt x="215" y="126"/>
                    <a:pt x="1" y="251"/>
                  </a:cubicBezTo>
                  <a:cubicBezTo>
                    <a:pt x="340" y="625"/>
                    <a:pt x="536" y="1089"/>
                    <a:pt x="607" y="1571"/>
                  </a:cubicBezTo>
                  <a:lnTo>
                    <a:pt x="679" y="1571"/>
                  </a:lnTo>
                  <a:lnTo>
                    <a:pt x="67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0"/>
            <p:cNvSpPr/>
            <p:nvPr/>
          </p:nvSpPr>
          <p:spPr>
            <a:xfrm>
              <a:off x="5032875" y="3434475"/>
              <a:ext cx="207450" cy="203875"/>
            </a:xfrm>
            <a:custGeom>
              <a:rect b="b" l="l" r="r" t="t"/>
              <a:pathLst>
                <a:path extrusionOk="0" h="8155" w="8298">
                  <a:moveTo>
                    <a:pt x="4729" y="1571"/>
                  </a:moveTo>
                  <a:cubicBezTo>
                    <a:pt x="6121" y="1571"/>
                    <a:pt x="7245" y="2695"/>
                    <a:pt x="7245" y="4086"/>
                  </a:cubicBezTo>
                  <a:cubicBezTo>
                    <a:pt x="7245" y="5460"/>
                    <a:pt x="6121" y="6584"/>
                    <a:pt x="4729" y="6584"/>
                  </a:cubicBezTo>
                  <a:cubicBezTo>
                    <a:pt x="3355" y="6584"/>
                    <a:pt x="2231" y="5460"/>
                    <a:pt x="2231" y="4086"/>
                  </a:cubicBezTo>
                  <a:cubicBezTo>
                    <a:pt x="2231" y="2695"/>
                    <a:pt x="3355" y="1571"/>
                    <a:pt x="4729" y="1571"/>
                  </a:cubicBezTo>
                  <a:close/>
                  <a:moveTo>
                    <a:pt x="1018" y="0"/>
                  </a:moveTo>
                  <a:cubicBezTo>
                    <a:pt x="768" y="0"/>
                    <a:pt x="554" y="215"/>
                    <a:pt x="554" y="482"/>
                  </a:cubicBezTo>
                  <a:cubicBezTo>
                    <a:pt x="536" y="732"/>
                    <a:pt x="411" y="964"/>
                    <a:pt x="215" y="1089"/>
                  </a:cubicBezTo>
                  <a:cubicBezTo>
                    <a:pt x="72" y="1178"/>
                    <a:pt x="1" y="1339"/>
                    <a:pt x="1" y="1499"/>
                  </a:cubicBezTo>
                  <a:lnTo>
                    <a:pt x="1" y="1874"/>
                  </a:lnTo>
                  <a:cubicBezTo>
                    <a:pt x="1" y="2035"/>
                    <a:pt x="90" y="2195"/>
                    <a:pt x="233" y="2284"/>
                  </a:cubicBezTo>
                  <a:cubicBezTo>
                    <a:pt x="429" y="2409"/>
                    <a:pt x="554" y="2641"/>
                    <a:pt x="554" y="2873"/>
                  </a:cubicBezTo>
                  <a:cubicBezTo>
                    <a:pt x="554" y="3123"/>
                    <a:pt x="429" y="3337"/>
                    <a:pt x="233" y="3480"/>
                  </a:cubicBezTo>
                  <a:cubicBezTo>
                    <a:pt x="90" y="3569"/>
                    <a:pt x="1" y="3712"/>
                    <a:pt x="1" y="3890"/>
                  </a:cubicBezTo>
                  <a:lnTo>
                    <a:pt x="1" y="4265"/>
                  </a:lnTo>
                  <a:cubicBezTo>
                    <a:pt x="1" y="4425"/>
                    <a:pt x="90" y="4586"/>
                    <a:pt x="233" y="4675"/>
                  </a:cubicBezTo>
                  <a:cubicBezTo>
                    <a:pt x="429" y="4818"/>
                    <a:pt x="554" y="5032"/>
                    <a:pt x="554" y="5282"/>
                  </a:cubicBezTo>
                  <a:cubicBezTo>
                    <a:pt x="554" y="5514"/>
                    <a:pt x="429" y="5746"/>
                    <a:pt x="233" y="5871"/>
                  </a:cubicBezTo>
                  <a:cubicBezTo>
                    <a:pt x="90" y="5960"/>
                    <a:pt x="1" y="6120"/>
                    <a:pt x="1" y="6281"/>
                  </a:cubicBezTo>
                  <a:lnTo>
                    <a:pt x="1" y="6656"/>
                  </a:lnTo>
                  <a:cubicBezTo>
                    <a:pt x="1" y="6816"/>
                    <a:pt x="72" y="6977"/>
                    <a:pt x="215" y="7066"/>
                  </a:cubicBezTo>
                  <a:cubicBezTo>
                    <a:pt x="411" y="7191"/>
                    <a:pt x="536" y="7423"/>
                    <a:pt x="554" y="7673"/>
                  </a:cubicBezTo>
                  <a:cubicBezTo>
                    <a:pt x="554" y="7940"/>
                    <a:pt x="768" y="8155"/>
                    <a:pt x="1018" y="8155"/>
                  </a:cubicBezTo>
                  <a:lnTo>
                    <a:pt x="8297" y="8155"/>
                  </a:lnTo>
                  <a:lnTo>
                    <a:pt x="829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0"/>
            <p:cNvSpPr/>
            <p:nvPr/>
          </p:nvSpPr>
          <p:spPr>
            <a:xfrm>
              <a:off x="5264825" y="3434475"/>
              <a:ext cx="132525" cy="203875"/>
            </a:xfrm>
            <a:custGeom>
              <a:rect b="b" l="l" r="r" t="t"/>
              <a:pathLst>
                <a:path extrusionOk="0" h="8155" w="5301">
                  <a:moveTo>
                    <a:pt x="2213" y="2659"/>
                  </a:moveTo>
                  <a:cubicBezTo>
                    <a:pt x="2427" y="2659"/>
                    <a:pt x="2624" y="2784"/>
                    <a:pt x="2677" y="2980"/>
                  </a:cubicBezTo>
                  <a:cubicBezTo>
                    <a:pt x="2784" y="3319"/>
                    <a:pt x="2534" y="3640"/>
                    <a:pt x="2213" y="3640"/>
                  </a:cubicBezTo>
                  <a:lnTo>
                    <a:pt x="1285" y="3640"/>
                  </a:lnTo>
                  <a:cubicBezTo>
                    <a:pt x="1071" y="3640"/>
                    <a:pt x="875" y="3498"/>
                    <a:pt x="804" y="3301"/>
                  </a:cubicBezTo>
                  <a:cubicBezTo>
                    <a:pt x="715" y="2962"/>
                    <a:pt x="964" y="2659"/>
                    <a:pt x="1285" y="2659"/>
                  </a:cubicBezTo>
                  <a:close/>
                  <a:moveTo>
                    <a:pt x="2213" y="4515"/>
                  </a:moveTo>
                  <a:cubicBezTo>
                    <a:pt x="2427" y="4515"/>
                    <a:pt x="2624" y="4657"/>
                    <a:pt x="2677" y="4854"/>
                  </a:cubicBezTo>
                  <a:cubicBezTo>
                    <a:pt x="2784" y="5193"/>
                    <a:pt x="2534" y="5496"/>
                    <a:pt x="2213" y="5496"/>
                  </a:cubicBezTo>
                  <a:lnTo>
                    <a:pt x="1285" y="5496"/>
                  </a:lnTo>
                  <a:cubicBezTo>
                    <a:pt x="1071" y="5496"/>
                    <a:pt x="875" y="5371"/>
                    <a:pt x="804" y="5157"/>
                  </a:cubicBezTo>
                  <a:cubicBezTo>
                    <a:pt x="715" y="4818"/>
                    <a:pt x="964" y="4515"/>
                    <a:pt x="1285" y="4515"/>
                  </a:cubicBezTo>
                  <a:close/>
                  <a:moveTo>
                    <a:pt x="1" y="0"/>
                  </a:moveTo>
                  <a:lnTo>
                    <a:pt x="1" y="8155"/>
                  </a:lnTo>
                  <a:lnTo>
                    <a:pt x="4265" y="8155"/>
                  </a:lnTo>
                  <a:cubicBezTo>
                    <a:pt x="4533" y="8155"/>
                    <a:pt x="4747" y="7940"/>
                    <a:pt x="4747" y="7673"/>
                  </a:cubicBezTo>
                  <a:cubicBezTo>
                    <a:pt x="4747" y="7423"/>
                    <a:pt x="4872" y="7191"/>
                    <a:pt x="5086" y="7066"/>
                  </a:cubicBezTo>
                  <a:cubicBezTo>
                    <a:pt x="5211" y="6977"/>
                    <a:pt x="5300" y="6816"/>
                    <a:pt x="5300" y="6656"/>
                  </a:cubicBezTo>
                  <a:lnTo>
                    <a:pt x="5300" y="6281"/>
                  </a:lnTo>
                  <a:cubicBezTo>
                    <a:pt x="5300" y="6120"/>
                    <a:pt x="5211" y="5960"/>
                    <a:pt x="5068" y="5871"/>
                  </a:cubicBezTo>
                  <a:cubicBezTo>
                    <a:pt x="4872" y="5746"/>
                    <a:pt x="4747" y="5514"/>
                    <a:pt x="4747" y="5282"/>
                  </a:cubicBezTo>
                  <a:cubicBezTo>
                    <a:pt x="4747" y="5032"/>
                    <a:pt x="4872" y="4818"/>
                    <a:pt x="5068" y="4675"/>
                  </a:cubicBezTo>
                  <a:cubicBezTo>
                    <a:pt x="5211" y="4586"/>
                    <a:pt x="5300" y="4425"/>
                    <a:pt x="5300" y="4265"/>
                  </a:cubicBezTo>
                  <a:lnTo>
                    <a:pt x="5300" y="3890"/>
                  </a:lnTo>
                  <a:cubicBezTo>
                    <a:pt x="5300" y="3712"/>
                    <a:pt x="5211" y="3569"/>
                    <a:pt x="5068" y="3480"/>
                  </a:cubicBezTo>
                  <a:cubicBezTo>
                    <a:pt x="4872" y="3337"/>
                    <a:pt x="4747" y="3123"/>
                    <a:pt x="4747" y="2873"/>
                  </a:cubicBezTo>
                  <a:cubicBezTo>
                    <a:pt x="4747" y="2641"/>
                    <a:pt x="4872" y="2409"/>
                    <a:pt x="5068" y="2284"/>
                  </a:cubicBezTo>
                  <a:cubicBezTo>
                    <a:pt x="5211" y="2195"/>
                    <a:pt x="5300" y="2035"/>
                    <a:pt x="5300" y="1874"/>
                  </a:cubicBezTo>
                  <a:lnTo>
                    <a:pt x="5300" y="1499"/>
                  </a:lnTo>
                  <a:cubicBezTo>
                    <a:pt x="5300" y="1321"/>
                    <a:pt x="5211" y="1178"/>
                    <a:pt x="5086" y="1089"/>
                  </a:cubicBezTo>
                  <a:cubicBezTo>
                    <a:pt x="4872" y="964"/>
                    <a:pt x="4747" y="732"/>
                    <a:pt x="4747" y="482"/>
                  </a:cubicBezTo>
                  <a:cubicBezTo>
                    <a:pt x="4747" y="215"/>
                    <a:pt x="4533" y="0"/>
                    <a:pt x="42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0"/>
            <p:cNvSpPr/>
            <p:nvPr/>
          </p:nvSpPr>
          <p:spPr>
            <a:xfrm>
              <a:off x="5176075" y="3543750"/>
              <a:ext cx="21875" cy="23225"/>
            </a:xfrm>
            <a:custGeom>
              <a:rect b="b" l="l" r="r" t="t"/>
              <a:pathLst>
                <a:path extrusionOk="0" h="929" w="875">
                  <a:moveTo>
                    <a:pt x="0" y="1"/>
                  </a:moveTo>
                  <a:cubicBezTo>
                    <a:pt x="54" y="340"/>
                    <a:pt x="214" y="661"/>
                    <a:pt x="446" y="929"/>
                  </a:cubicBezTo>
                  <a:cubicBezTo>
                    <a:pt x="660" y="661"/>
                    <a:pt x="821" y="340"/>
                    <a:pt x="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0"/>
            <p:cNvSpPr/>
            <p:nvPr/>
          </p:nvSpPr>
          <p:spPr>
            <a:xfrm>
              <a:off x="5104700" y="3543750"/>
              <a:ext cx="21875" cy="23225"/>
            </a:xfrm>
            <a:custGeom>
              <a:rect b="b" l="l" r="r" t="t"/>
              <a:pathLst>
                <a:path extrusionOk="0" h="929" w="875">
                  <a:moveTo>
                    <a:pt x="0" y="1"/>
                  </a:moveTo>
                  <a:cubicBezTo>
                    <a:pt x="54" y="340"/>
                    <a:pt x="214" y="661"/>
                    <a:pt x="429" y="929"/>
                  </a:cubicBezTo>
                  <a:cubicBezTo>
                    <a:pt x="660" y="661"/>
                    <a:pt x="821" y="340"/>
                    <a:pt x="8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60"/>
          <p:cNvGrpSpPr/>
          <p:nvPr/>
        </p:nvGrpSpPr>
        <p:grpSpPr>
          <a:xfrm>
            <a:off x="6715398" y="1292123"/>
            <a:ext cx="325035" cy="408613"/>
            <a:chOff x="5634675" y="3354175"/>
            <a:chExt cx="289925" cy="364475"/>
          </a:xfrm>
        </p:grpSpPr>
        <p:sp>
          <p:nvSpPr>
            <p:cNvPr id="552" name="Google Shape;552;p60"/>
            <p:cNvSpPr/>
            <p:nvPr/>
          </p:nvSpPr>
          <p:spPr>
            <a:xfrm>
              <a:off x="5634675" y="3354175"/>
              <a:ext cx="289925" cy="106875"/>
            </a:xfrm>
            <a:custGeom>
              <a:rect b="b" l="l" r="r" t="t"/>
              <a:pathLst>
                <a:path extrusionOk="0" h="4275" w="11597">
                  <a:moveTo>
                    <a:pt x="3406" y="1"/>
                  </a:moveTo>
                  <a:cubicBezTo>
                    <a:pt x="3335" y="1"/>
                    <a:pt x="3264" y="19"/>
                    <a:pt x="3192" y="36"/>
                  </a:cubicBezTo>
                  <a:lnTo>
                    <a:pt x="355" y="982"/>
                  </a:lnTo>
                  <a:cubicBezTo>
                    <a:pt x="355" y="982"/>
                    <a:pt x="337" y="982"/>
                    <a:pt x="337" y="1000"/>
                  </a:cubicBezTo>
                  <a:cubicBezTo>
                    <a:pt x="0" y="1642"/>
                    <a:pt x="399" y="2125"/>
                    <a:pt x="846" y="2125"/>
                  </a:cubicBezTo>
                  <a:cubicBezTo>
                    <a:pt x="897" y="2125"/>
                    <a:pt x="947" y="2119"/>
                    <a:pt x="998" y="2106"/>
                  </a:cubicBezTo>
                  <a:lnTo>
                    <a:pt x="2693" y="1678"/>
                  </a:lnTo>
                  <a:cubicBezTo>
                    <a:pt x="2728" y="1678"/>
                    <a:pt x="2746" y="1660"/>
                    <a:pt x="2782" y="1660"/>
                  </a:cubicBezTo>
                  <a:lnTo>
                    <a:pt x="5405" y="1660"/>
                  </a:lnTo>
                  <a:cubicBezTo>
                    <a:pt x="5405" y="1660"/>
                    <a:pt x="5423" y="1678"/>
                    <a:pt x="5423" y="1678"/>
                  </a:cubicBezTo>
                  <a:cubicBezTo>
                    <a:pt x="5708" y="1874"/>
                    <a:pt x="5654" y="2213"/>
                    <a:pt x="5423" y="2320"/>
                  </a:cubicBezTo>
                  <a:lnTo>
                    <a:pt x="3977" y="3052"/>
                  </a:lnTo>
                  <a:cubicBezTo>
                    <a:pt x="3656" y="3212"/>
                    <a:pt x="3513" y="3605"/>
                    <a:pt x="3674" y="3908"/>
                  </a:cubicBezTo>
                  <a:cubicBezTo>
                    <a:pt x="3795" y="4137"/>
                    <a:pt x="4028" y="4275"/>
                    <a:pt x="4265" y="4275"/>
                  </a:cubicBezTo>
                  <a:cubicBezTo>
                    <a:pt x="4343" y="4275"/>
                    <a:pt x="4420" y="4260"/>
                    <a:pt x="4495" y="4229"/>
                  </a:cubicBezTo>
                  <a:lnTo>
                    <a:pt x="8527" y="2731"/>
                  </a:lnTo>
                  <a:cubicBezTo>
                    <a:pt x="8581" y="2713"/>
                    <a:pt x="8616" y="2677"/>
                    <a:pt x="8616" y="2624"/>
                  </a:cubicBezTo>
                  <a:cubicBezTo>
                    <a:pt x="8707" y="2397"/>
                    <a:pt x="8913" y="2272"/>
                    <a:pt x="9126" y="2272"/>
                  </a:cubicBezTo>
                  <a:cubicBezTo>
                    <a:pt x="9164" y="2272"/>
                    <a:pt x="9203" y="2276"/>
                    <a:pt x="9241" y="2285"/>
                  </a:cubicBezTo>
                  <a:lnTo>
                    <a:pt x="10936" y="2641"/>
                  </a:lnTo>
                  <a:cubicBezTo>
                    <a:pt x="10975" y="2650"/>
                    <a:pt x="11014" y="2654"/>
                    <a:pt x="11052" y="2654"/>
                  </a:cubicBezTo>
                  <a:cubicBezTo>
                    <a:pt x="11345" y="2654"/>
                    <a:pt x="11596" y="2422"/>
                    <a:pt x="11596" y="2106"/>
                  </a:cubicBezTo>
                  <a:lnTo>
                    <a:pt x="11596" y="536"/>
                  </a:lnTo>
                  <a:cubicBezTo>
                    <a:pt x="11596" y="251"/>
                    <a:pt x="11346" y="1"/>
                    <a:pt x="110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0"/>
            <p:cNvSpPr/>
            <p:nvPr/>
          </p:nvSpPr>
          <p:spPr>
            <a:xfrm>
              <a:off x="5743900" y="3465050"/>
              <a:ext cx="110125" cy="253600"/>
            </a:xfrm>
            <a:custGeom>
              <a:rect b="b" l="l" r="r" t="t"/>
              <a:pathLst>
                <a:path extrusionOk="0" h="10144" w="4405">
                  <a:moveTo>
                    <a:pt x="1500" y="0"/>
                  </a:moveTo>
                  <a:cubicBezTo>
                    <a:pt x="1233" y="0"/>
                    <a:pt x="985" y="160"/>
                    <a:pt x="893" y="437"/>
                  </a:cubicBezTo>
                  <a:lnTo>
                    <a:pt x="108" y="2756"/>
                  </a:lnTo>
                  <a:cubicBezTo>
                    <a:pt x="36" y="2953"/>
                    <a:pt x="1" y="3149"/>
                    <a:pt x="1" y="3345"/>
                  </a:cubicBezTo>
                  <a:lnTo>
                    <a:pt x="1" y="10036"/>
                  </a:lnTo>
                  <a:cubicBezTo>
                    <a:pt x="1" y="10090"/>
                    <a:pt x="54" y="10143"/>
                    <a:pt x="108" y="10143"/>
                  </a:cubicBezTo>
                  <a:lnTo>
                    <a:pt x="1803" y="10143"/>
                  </a:lnTo>
                  <a:cubicBezTo>
                    <a:pt x="2213" y="10143"/>
                    <a:pt x="2481" y="9715"/>
                    <a:pt x="2285" y="9358"/>
                  </a:cubicBezTo>
                  <a:cubicBezTo>
                    <a:pt x="2106" y="8876"/>
                    <a:pt x="2303" y="8555"/>
                    <a:pt x="2427" y="8430"/>
                  </a:cubicBezTo>
                  <a:cubicBezTo>
                    <a:pt x="2677" y="8198"/>
                    <a:pt x="2856" y="7931"/>
                    <a:pt x="2963" y="7627"/>
                  </a:cubicBezTo>
                  <a:lnTo>
                    <a:pt x="4230" y="4237"/>
                  </a:lnTo>
                  <a:cubicBezTo>
                    <a:pt x="4405" y="3828"/>
                    <a:pt x="4126" y="3360"/>
                    <a:pt x="3608" y="3360"/>
                  </a:cubicBezTo>
                  <a:cubicBezTo>
                    <a:pt x="3493" y="3360"/>
                    <a:pt x="3366" y="3383"/>
                    <a:pt x="3230" y="3434"/>
                  </a:cubicBezTo>
                  <a:cubicBezTo>
                    <a:pt x="3212" y="3434"/>
                    <a:pt x="3177" y="3452"/>
                    <a:pt x="3177" y="3488"/>
                  </a:cubicBezTo>
                  <a:lnTo>
                    <a:pt x="2320" y="5147"/>
                  </a:lnTo>
                  <a:cubicBezTo>
                    <a:pt x="2263" y="5262"/>
                    <a:pt x="2144" y="5336"/>
                    <a:pt x="2016" y="5336"/>
                  </a:cubicBezTo>
                  <a:cubicBezTo>
                    <a:pt x="1905" y="5336"/>
                    <a:pt x="1787" y="5280"/>
                    <a:pt x="1696" y="5147"/>
                  </a:cubicBezTo>
                  <a:cubicBezTo>
                    <a:pt x="1678" y="5147"/>
                    <a:pt x="1678" y="5129"/>
                    <a:pt x="1678" y="5112"/>
                  </a:cubicBezTo>
                  <a:lnTo>
                    <a:pt x="1678" y="3078"/>
                  </a:lnTo>
                  <a:cubicBezTo>
                    <a:pt x="1678" y="2685"/>
                    <a:pt x="1732" y="2310"/>
                    <a:pt x="1821" y="1936"/>
                  </a:cubicBezTo>
                  <a:lnTo>
                    <a:pt x="2160" y="562"/>
                  </a:lnTo>
                  <a:cubicBezTo>
                    <a:pt x="2231" y="294"/>
                    <a:pt x="2053" y="62"/>
                    <a:pt x="1785" y="62"/>
                  </a:cubicBezTo>
                  <a:cubicBezTo>
                    <a:pt x="1692" y="20"/>
                    <a:pt x="1595" y="0"/>
                    <a:pt x="15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 name="Google Shape;554;p60"/>
          <p:cNvGrpSpPr/>
          <p:nvPr/>
        </p:nvGrpSpPr>
        <p:grpSpPr>
          <a:xfrm>
            <a:off x="4405208" y="2897909"/>
            <a:ext cx="349587" cy="408585"/>
            <a:chOff x="3301250" y="4030875"/>
            <a:chExt cx="311825" cy="364450"/>
          </a:xfrm>
        </p:grpSpPr>
        <p:sp>
          <p:nvSpPr>
            <p:cNvPr id="555" name="Google Shape;555;p60"/>
            <p:cNvSpPr/>
            <p:nvPr/>
          </p:nvSpPr>
          <p:spPr>
            <a:xfrm>
              <a:off x="3301250" y="4030875"/>
              <a:ext cx="311825" cy="297100"/>
            </a:xfrm>
            <a:custGeom>
              <a:rect b="b" l="l" r="r" t="t"/>
              <a:pathLst>
                <a:path extrusionOk="0" h="11884" w="12473">
                  <a:moveTo>
                    <a:pt x="9493" y="6174"/>
                  </a:moveTo>
                  <a:cubicBezTo>
                    <a:pt x="9582" y="6174"/>
                    <a:pt x="9689" y="6209"/>
                    <a:pt x="9760" y="6281"/>
                  </a:cubicBezTo>
                  <a:cubicBezTo>
                    <a:pt x="9903" y="6423"/>
                    <a:pt x="9921" y="6637"/>
                    <a:pt x="9814" y="6798"/>
                  </a:cubicBezTo>
                  <a:lnTo>
                    <a:pt x="8208" y="9225"/>
                  </a:lnTo>
                  <a:cubicBezTo>
                    <a:pt x="8119" y="9332"/>
                    <a:pt x="7994" y="9403"/>
                    <a:pt x="7869" y="9403"/>
                  </a:cubicBezTo>
                  <a:cubicBezTo>
                    <a:pt x="7798" y="9403"/>
                    <a:pt x="7726" y="9367"/>
                    <a:pt x="7655" y="9332"/>
                  </a:cubicBezTo>
                  <a:cubicBezTo>
                    <a:pt x="7477" y="9207"/>
                    <a:pt x="7423" y="8975"/>
                    <a:pt x="7548" y="8779"/>
                  </a:cubicBezTo>
                  <a:lnTo>
                    <a:pt x="8761" y="6959"/>
                  </a:lnTo>
                  <a:lnTo>
                    <a:pt x="7869" y="6959"/>
                  </a:lnTo>
                  <a:cubicBezTo>
                    <a:pt x="7655" y="6959"/>
                    <a:pt x="7477" y="6780"/>
                    <a:pt x="7477" y="6548"/>
                  </a:cubicBezTo>
                  <a:cubicBezTo>
                    <a:pt x="7494" y="6334"/>
                    <a:pt x="7673" y="6174"/>
                    <a:pt x="7887" y="6174"/>
                  </a:cubicBezTo>
                  <a:close/>
                  <a:moveTo>
                    <a:pt x="2070" y="0"/>
                  </a:moveTo>
                  <a:cubicBezTo>
                    <a:pt x="1803" y="0"/>
                    <a:pt x="1571" y="214"/>
                    <a:pt x="1571" y="500"/>
                  </a:cubicBezTo>
                  <a:lnTo>
                    <a:pt x="1571" y="3337"/>
                  </a:lnTo>
                  <a:cubicBezTo>
                    <a:pt x="1571" y="4157"/>
                    <a:pt x="1071" y="4907"/>
                    <a:pt x="304" y="5246"/>
                  </a:cubicBezTo>
                  <a:cubicBezTo>
                    <a:pt x="125" y="5317"/>
                    <a:pt x="0" y="5496"/>
                    <a:pt x="0" y="5692"/>
                  </a:cubicBezTo>
                  <a:lnTo>
                    <a:pt x="0" y="11883"/>
                  </a:lnTo>
                  <a:lnTo>
                    <a:pt x="12472" y="11883"/>
                  </a:lnTo>
                  <a:lnTo>
                    <a:pt x="12472" y="5692"/>
                  </a:lnTo>
                  <a:cubicBezTo>
                    <a:pt x="12472" y="5496"/>
                    <a:pt x="12348" y="5317"/>
                    <a:pt x="12169" y="5246"/>
                  </a:cubicBezTo>
                  <a:cubicBezTo>
                    <a:pt x="11402" y="4907"/>
                    <a:pt x="10902" y="4157"/>
                    <a:pt x="10902" y="3337"/>
                  </a:cubicBezTo>
                  <a:lnTo>
                    <a:pt x="10902" y="500"/>
                  </a:lnTo>
                  <a:cubicBezTo>
                    <a:pt x="10902" y="214"/>
                    <a:pt x="10670" y="0"/>
                    <a:pt x="10403" y="0"/>
                  </a:cubicBezTo>
                  <a:lnTo>
                    <a:pt x="8833" y="0"/>
                  </a:lnTo>
                  <a:cubicBezTo>
                    <a:pt x="8547" y="0"/>
                    <a:pt x="8333" y="214"/>
                    <a:pt x="8333" y="500"/>
                  </a:cubicBezTo>
                  <a:cubicBezTo>
                    <a:pt x="8333" y="1659"/>
                    <a:pt x="7441" y="2587"/>
                    <a:pt x="6281" y="2587"/>
                  </a:cubicBezTo>
                  <a:cubicBezTo>
                    <a:pt x="5139" y="2587"/>
                    <a:pt x="4247" y="1659"/>
                    <a:pt x="4229" y="500"/>
                  </a:cubicBezTo>
                  <a:cubicBezTo>
                    <a:pt x="4229" y="214"/>
                    <a:pt x="4015" y="0"/>
                    <a:pt x="37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0"/>
            <p:cNvSpPr/>
            <p:nvPr/>
          </p:nvSpPr>
          <p:spPr>
            <a:xfrm>
              <a:off x="3301250" y="4348450"/>
              <a:ext cx="310475" cy="46875"/>
            </a:xfrm>
            <a:custGeom>
              <a:rect b="b" l="l" r="r" t="t"/>
              <a:pathLst>
                <a:path extrusionOk="0" h="1875" w="12419">
                  <a:moveTo>
                    <a:pt x="0" y="1"/>
                  </a:moveTo>
                  <a:lnTo>
                    <a:pt x="0" y="1375"/>
                  </a:lnTo>
                  <a:cubicBezTo>
                    <a:pt x="0" y="1643"/>
                    <a:pt x="232" y="1874"/>
                    <a:pt x="500" y="1874"/>
                  </a:cubicBezTo>
                  <a:lnTo>
                    <a:pt x="11919" y="1874"/>
                  </a:lnTo>
                  <a:cubicBezTo>
                    <a:pt x="12205" y="1874"/>
                    <a:pt x="12419" y="1643"/>
                    <a:pt x="12419" y="1375"/>
                  </a:cubicBezTo>
                  <a:lnTo>
                    <a:pt x="124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 name="Google Shape;557;p60"/>
          <p:cNvGrpSpPr/>
          <p:nvPr/>
        </p:nvGrpSpPr>
        <p:grpSpPr>
          <a:xfrm>
            <a:off x="4367416" y="1373625"/>
            <a:ext cx="409117" cy="245577"/>
            <a:chOff x="5032425" y="4103575"/>
            <a:chExt cx="364925" cy="219050"/>
          </a:xfrm>
        </p:grpSpPr>
        <p:sp>
          <p:nvSpPr>
            <p:cNvPr id="558" name="Google Shape;558;p60"/>
            <p:cNvSpPr/>
            <p:nvPr/>
          </p:nvSpPr>
          <p:spPr>
            <a:xfrm>
              <a:off x="5064550" y="4123200"/>
              <a:ext cx="332800" cy="199425"/>
            </a:xfrm>
            <a:custGeom>
              <a:rect b="b" l="l" r="r" t="t"/>
              <a:pathLst>
                <a:path extrusionOk="0" h="7977" w="13312">
                  <a:moveTo>
                    <a:pt x="4015" y="0"/>
                  </a:moveTo>
                  <a:cubicBezTo>
                    <a:pt x="1838" y="0"/>
                    <a:pt x="36" y="1767"/>
                    <a:pt x="0" y="3944"/>
                  </a:cubicBezTo>
                  <a:cubicBezTo>
                    <a:pt x="0" y="5032"/>
                    <a:pt x="411" y="6049"/>
                    <a:pt x="1160" y="6816"/>
                  </a:cubicBezTo>
                  <a:cubicBezTo>
                    <a:pt x="1911" y="7568"/>
                    <a:pt x="2885" y="7977"/>
                    <a:pt x="3947" y="7977"/>
                  </a:cubicBezTo>
                  <a:cubicBezTo>
                    <a:pt x="3970" y="7977"/>
                    <a:pt x="3992" y="7976"/>
                    <a:pt x="4015" y="7976"/>
                  </a:cubicBezTo>
                  <a:cubicBezTo>
                    <a:pt x="6156" y="7958"/>
                    <a:pt x="7923" y="6138"/>
                    <a:pt x="7923" y="3926"/>
                  </a:cubicBezTo>
                  <a:lnTo>
                    <a:pt x="7923" y="2534"/>
                  </a:lnTo>
                  <a:cubicBezTo>
                    <a:pt x="7923" y="2302"/>
                    <a:pt x="8101" y="2106"/>
                    <a:pt x="8351" y="2106"/>
                  </a:cubicBezTo>
                  <a:lnTo>
                    <a:pt x="12901" y="2106"/>
                  </a:lnTo>
                  <a:cubicBezTo>
                    <a:pt x="13133" y="2106"/>
                    <a:pt x="13311" y="1927"/>
                    <a:pt x="13311" y="1696"/>
                  </a:cubicBezTo>
                  <a:lnTo>
                    <a:pt x="13311" y="411"/>
                  </a:lnTo>
                  <a:cubicBezTo>
                    <a:pt x="13311" y="179"/>
                    <a:pt x="13133" y="0"/>
                    <a:pt x="12901" y="0"/>
                  </a:cubicBezTo>
                  <a:lnTo>
                    <a:pt x="5460" y="0"/>
                  </a:lnTo>
                  <a:lnTo>
                    <a:pt x="5460" y="1517"/>
                  </a:lnTo>
                  <a:cubicBezTo>
                    <a:pt x="5460" y="1785"/>
                    <a:pt x="5282" y="2017"/>
                    <a:pt x="5014" y="2070"/>
                  </a:cubicBezTo>
                  <a:cubicBezTo>
                    <a:pt x="4985" y="2075"/>
                    <a:pt x="4956" y="2077"/>
                    <a:pt x="4928" y="2077"/>
                  </a:cubicBezTo>
                  <a:cubicBezTo>
                    <a:pt x="4628" y="2077"/>
                    <a:pt x="4390" y="1828"/>
                    <a:pt x="4390" y="1535"/>
                  </a:cubicBezTo>
                  <a:lnTo>
                    <a:pt x="43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0"/>
            <p:cNvSpPr/>
            <p:nvPr/>
          </p:nvSpPr>
          <p:spPr>
            <a:xfrm>
              <a:off x="5032425" y="4103575"/>
              <a:ext cx="69175" cy="71400"/>
            </a:xfrm>
            <a:custGeom>
              <a:rect b="b" l="l" r="r" t="t"/>
              <a:pathLst>
                <a:path extrusionOk="0" h="2856" w="2767">
                  <a:moveTo>
                    <a:pt x="1535" y="0"/>
                  </a:moveTo>
                  <a:cubicBezTo>
                    <a:pt x="697" y="0"/>
                    <a:pt x="1" y="678"/>
                    <a:pt x="1" y="1517"/>
                  </a:cubicBezTo>
                  <a:cubicBezTo>
                    <a:pt x="1" y="2106"/>
                    <a:pt x="340" y="2605"/>
                    <a:pt x="822" y="2855"/>
                  </a:cubicBezTo>
                  <a:cubicBezTo>
                    <a:pt x="982" y="2534"/>
                    <a:pt x="1161" y="2213"/>
                    <a:pt x="1375" y="1927"/>
                  </a:cubicBezTo>
                  <a:cubicBezTo>
                    <a:pt x="1196" y="1856"/>
                    <a:pt x="1089" y="1695"/>
                    <a:pt x="1089" y="1517"/>
                  </a:cubicBezTo>
                  <a:cubicBezTo>
                    <a:pt x="1089" y="1267"/>
                    <a:pt x="1285" y="1071"/>
                    <a:pt x="1535" y="1071"/>
                  </a:cubicBezTo>
                  <a:cubicBezTo>
                    <a:pt x="1696" y="1071"/>
                    <a:pt x="1839" y="1160"/>
                    <a:pt x="1928" y="1303"/>
                  </a:cubicBezTo>
                  <a:cubicBezTo>
                    <a:pt x="2178" y="1053"/>
                    <a:pt x="2463" y="839"/>
                    <a:pt x="2766" y="643"/>
                  </a:cubicBezTo>
                  <a:cubicBezTo>
                    <a:pt x="2499" y="250"/>
                    <a:pt x="2053" y="0"/>
                    <a:pt x="15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10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1"/>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Block Diagram</a:t>
            </a:r>
            <a:endParaRPr/>
          </a:p>
        </p:txBody>
      </p:sp>
      <p:pic>
        <p:nvPicPr>
          <p:cNvPr id="565" name="Google Shape;565;p61"/>
          <p:cNvPicPr preferRelativeResize="0"/>
          <p:nvPr/>
        </p:nvPicPr>
        <p:blipFill>
          <a:blip r:embed="rId3">
            <a:alphaModFix/>
          </a:blip>
          <a:stretch>
            <a:fillRect/>
          </a:stretch>
        </p:blipFill>
        <p:spPr>
          <a:xfrm>
            <a:off x="2335275" y="1112225"/>
            <a:ext cx="4526125" cy="3469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2"/>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Datasets</a:t>
            </a:r>
            <a:endParaRPr/>
          </a:p>
        </p:txBody>
      </p:sp>
      <p:sp>
        <p:nvSpPr>
          <p:cNvPr id="571" name="Google Shape;571;p62"/>
          <p:cNvSpPr txBox="1"/>
          <p:nvPr>
            <p:ph idx="1" type="subTitle"/>
          </p:nvPr>
        </p:nvSpPr>
        <p:spPr>
          <a:xfrm>
            <a:off x="945800" y="2028350"/>
            <a:ext cx="3044400" cy="5727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Contains statistics and </a:t>
            </a:r>
            <a:r>
              <a:rPr lang="en"/>
              <a:t>performance</a:t>
            </a:r>
            <a:r>
              <a:rPr lang="en"/>
              <a:t> metrics for players from 1950-2022</a:t>
            </a:r>
            <a:endParaRPr/>
          </a:p>
          <a:p>
            <a:pPr indent="-317500" lvl="0" marL="457200" rtl="0" algn="l">
              <a:spcBef>
                <a:spcPts val="0"/>
              </a:spcBef>
              <a:spcAft>
                <a:spcPts val="0"/>
              </a:spcAft>
              <a:buSzPts val="1400"/>
              <a:buChar char="●"/>
            </a:pPr>
            <a:r>
              <a:rPr lang="en"/>
              <a:t>Crucial</a:t>
            </a:r>
            <a:r>
              <a:rPr lang="en"/>
              <a:t> for creating aggregated team stats</a:t>
            </a:r>
            <a:endParaRPr/>
          </a:p>
        </p:txBody>
      </p:sp>
      <p:sp>
        <p:nvSpPr>
          <p:cNvPr id="572" name="Google Shape;572;p62"/>
          <p:cNvSpPr txBox="1"/>
          <p:nvPr>
            <p:ph idx="2" type="subTitle"/>
          </p:nvPr>
        </p:nvSpPr>
        <p:spPr>
          <a:xfrm>
            <a:off x="945800" y="1370225"/>
            <a:ext cx="3044400" cy="431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NBA Player Stats</a:t>
            </a:r>
            <a:endParaRPr/>
          </a:p>
        </p:txBody>
      </p:sp>
      <p:sp>
        <p:nvSpPr>
          <p:cNvPr id="573" name="Google Shape;573;p62"/>
          <p:cNvSpPr txBox="1"/>
          <p:nvPr>
            <p:ph idx="3" type="subTitle"/>
          </p:nvPr>
        </p:nvSpPr>
        <p:spPr>
          <a:xfrm>
            <a:off x="5153800" y="3010550"/>
            <a:ext cx="3044400" cy="5727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Strategy to split each season into its dataset</a:t>
            </a:r>
            <a:endParaRPr/>
          </a:p>
          <a:p>
            <a:pPr indent="-317500" lvl="0" marL="457200" rtl="0" algn="l">
              <a:spcBef>
                <a:spcPts val="0"/>
              </a:spcBef>
              <a:spcAft>
                <a:spcPts val="0"/>
              </a:spcAft>
              <a:buSzPts val="1400"/>
              <a:buChar char="●"/>
            </a:pPr>
            <a:r>
              <a:rPr lang="en"/>
              <a:t>Facilitated organization and analysis of data on a season-by-season basis</a:t>
            </a:r>
            <a:endParaRPr/>
          </a:p>
        </p:txBody>
      </p:sp>
      <p:sp>
        <p:nvSpPr>
          <p:cNvPr id="574" name="Google Shape;574;p62"/>
          <p:cNvSpPr txBox="1"/>
          <p:nvPr>
            <p:ph idx="4" type="subTitle"/>
          </p:nvPr>
        </p:nvSpPr>
        <p:spPr>
          <a:xfrm>
            <a:off x="5153800" y="2200025"/>
            <a:ext cx="3044400" cy="43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Season Based Data Organization</a:t>
            </a:r>
            <a:endParaRPr/>
          </a:p>
        </p:txBody>
      </p:sp>
      <p:sp>
        <p:nvSpPr>
          <p:cNvPr id="575" name="Google Shape;575;p62"/>
          <p:cNvSpPr txBox="1"/>
          <p:nvPr>
            <p:ph idx="5" type="subTitle"/>
          </p:nvPr>
        </p:nvSpPr>
        <p:spPr>
          <a:xfrm>
            <a:off x="945800" y="3764150"/>
            <a:ext cx="3044400" cy="5727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Provides NBA betting lines</a:t>
            </a:r>
            <a:endParaRPr/>
          </a:p>
          <a:p>
            <a:pPr indent="-317500" lvl="0" marL="457200" rtl="0" algn="l">
              <a:spcBef>
                <a:spcPts val="0"/>
              </a:spcBef>
              <a:spcAft>
                <a:spcPts val="0"/>
              </a:spcAft>
              <a:buSzPts val="1400"/>
              <a:buChar char="●"/>
            </a:pPr>
            <a:r>
              <a:rPr lang="en"/>
              <a:t>Essential for modeling moneylines, over/unders, and spreads</a:t>
            </a:r>
            <a:endParaRPr/>
          </a:p>
        </p:txBody>
      </p:sp>
      <p:sp>
        <p:nvSpPr>
          <p:cNvPr id="576" name="Google Shape;576;p62"/>
          <p:cNvSpPr txBox="1"/>
          <p:nvPr>
            <p:ph idx="6" type="subTitle"/>
          </p:nvPr>
        </p:nvSpPr>
        <p:spPr>
          <a:xfrm>
            <a:off x="945800" y="3258425"/>
            <a:ext cx="3044400" cy="431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NBA Odds</a:t>
            </a:r>
            <a:endParaRPr/>
          </a:p>
        </p:txBody>
      </p:sp>
      <p:sp>
        <p:nvSpPr>
          <p:cNvPr id="577" name="Google Shape;577;p62"/>
          <p:cNvSpPr/>
          <p:nvPr/>
        </p:nvSpPr>
        <p:spPr>
          <a:xfrm>
            <a:off x="4242753" y="1379200"/>
            <a:ext cx="658500" cy="658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2"/>
          <p:cNvSpPr/>
          <p:nvPr/>
        </p:nvSpPr>
        <p:spPr>
          <a:xfrm>
            <a:off x="4242753" y="2452520"/>
            <a:ext cx="658500" cy="658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2"/>
          <p:cNvSpPr/>
          <p:nvPr/>
        </p:nvSpPr>
        <p:spPr>
          <a:xfrm>
            <a:off x="4242753" y="3525850"/>
            <a:ext cx="658500" cy="658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0" name="Google Shape;580;p62"/>
          <p:cNvGrpSpPr/>
          <p:nvPr/>
        </p:nvGrpSpPr>
        <p:grpSpPr>
          <a:xfrm>
            <a:off x="4381969" y="1539684"/>
            <a:ext cx="380070" cy="337532"/>
            <a:chOff x="1354975" y="1817716"/>
            <a:chExt cx="330065" cy="293124"/>
          </a:xfrm>
        </p:grpSpPr>
        <p:sp>
          <p:nvSpPr>
            <p:cNvPr id="581" name="Google Shape;581;p62"/>
            <p:cNvSpPr/>
            <p:nvPr/>
          </p:nvSpPr>
          <p:spPr>
            <a:xfrm>
              <a:off x="1491916" y="1817716"/>
              <a:ext cx="53612" cy="72478"/>
            </a:xfrm>
            <a:custGeom>
              <a:rect b="b" l="l" r="r" t="t"/>
              <a:pathLst>
                <a:path extrusionOk="0" h="2120" w="1501">
                  <a:moveTo>
                    <a:pt x="0" y="0"/>
                  </a:moveTo>
                  <a:lnTo>
                    <a:pt x="0" y="2120"/>
                  </a:lnTo>
                  <a:lnTo>
                    <a:pt x="548" y="2120"/>
                  </a:lnTo>
                  <a:cubicBezTo>
                    <a:pt x="643" y="1548"/>
                    <a:pt x="1000" y="1048"/>
                    <a:pt x="1500" y="762"/>
                  </a:cubicBezTo>
                  <a:cubicBezTo>
                    <a:pt x="1381" y="619"/>
                    <a:pt x="1262" y="500"/>
                    <a:pt x="1119" y="405"/>
                  </a:cubicBezTo>
                  <a:cubicBezTo>
                    <a:pt x="786" y="167"/>
                    <a:pt x="405" y="2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2"/>
            <p:cNvSpPr/>
            <p:nvPr/>
          </p:nvSpPr>
          <p:spPr>
            <a:xfrm>
              <a:off x="1418767" y="1817716"/>
              <a:ext cx="53612" cy="72478"/>
            </a:xfrm>
            <a:custGeom>
              <a:rect b="b" l="l" r="r" t="t"/>
              <a:pathLst>
                <a:path extrusionOk="0" h="2120" w="1501">
                  <a:moveTo>
                    <a:pt x="1500" y="0"/>
                  </a:moveTo>
                  <a:cubicBezTo>
                    <a:pt x="881" y="48"/>
                    <a:pt x="405" y="334"/>
                    <a:pt x="0" y="738"/>
                  </a:cubicBezTo>
                  <a:cubicBezTo>
                    <a:pt x="524" y="1024"/>
                    <a:pt x="857" y="1524"/>
                    <a:pt x="953" y="2120"/>
                  </a:cubicBezTo>
                  <a:lnTo>
                    <a:pt x="1500" y="2120"/>
                  </a:lnTo>
                  <a:lnTo>
                    <a:pt x="15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2"/>
            <p:cNvSpPr/>
            <p:nvPr/>
          </p:nvSpPr>
          <p:spPr>
            <a:xfrm>
              <a:off x="1531884" y="1858399"/>
              <a:ext cx="36610" cy="31794"/>
            </a:xfrm>
            <a:custGeom>
              <a:rect b="b" l="l" r="r" t="t"/>
              <a:pathLst>
                <a:path extrusionOk="0" h="930" w="1025">
                  <a:moveTo>
                    <a:pt x="715" y="1"/>
                  </a:moveTo>
                  <a:cubicBezTo>
                    <a:pt x="334" y="168"/>
                    <a:pt x="72" y="525"/>
                    <a:pt x="0" y="930"/>
                  </a:cubicBezTo>
                  <a:lnTo>
                    <a:pt x="1024" y="930"/>
                  </a:lnTo>
                  <a:cubicBezTo>
                    <a:pt x="977" y="596"/>
                    <a:pt x="882" y="287"/>
                    <a:pt x="7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2"/>
            <p:cNvSpPr/>
            <p:nvPr/>
          </p:nvSpPr>
          <p:spPr>
            <a:xfrm>
              <a:off x="1531884" y="1908073"/>
              <a:ext cx="36610" cy="31794"/>
            </a:xfrm>
            <a:custGeom>
              <a:rect b="b" l="l" r="r" t="t"/>
              <a:pathLst>
                <a:path extrusionOk="0" h="930" w="1025">
                  <a:moveTo>
                    <a:pt x="0" y="1"/>
                  </a:moveTo>
                  <a:cubicBezTo>
                    <a:pt x="72" y="405"/>
                    <a:pt x="334" y="763"/>
                    <a:pt x="715" y="929"/>
                  </a:cubicBezTo>
                  <a:cubicBezTo>
                    <a:pt x="882" y="644"/>
                    <a:pt x="977" y="334"/>
                    <a:pt x="10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2"/>
            <p:cNvSpPr/>
            <p:nvPr/>
          </p:nvSpPr>
          <p:spPr>
            <a:xfrm>
              <a:off x="1396622" y="1858399"/>
              <a:ext cx="36610" cy="31794"/>
            </a:xfrm>
            <a:custGeom>
              <a:rect b="b" l="l" r="r" t="t"/>
              <a:pathLst>
                <a:path extrusionOk="0" h="930" w="1025">
                  <a:moveTo>
                    <a:pt x="311" y="1"/>
                  </a:moveTo>
                  <a:cubicBezTo>
                    <a:pt x="144" y="287"/>
                    <a:pt x="25" y="596"/>
                    <a:pt x="1" y="930"/>
                  </a:cubicBezTo>
                  <a:lnTo>
                    <a:pt x="1025" y="930"/>
                  </a:lnTo>
                  <a:cubicBezTo>
                    <a:pt x="930" y="525"/>
                    <a:pt x="668" y="168"/>
                    <a:pt x="3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2"/>
            <p:cNvSpPr/>
            <p:nvPr/>
          </p:nvSpPr>
          <p:spPr>
            <a:xfrm>
              <a:off x="1491916" y="1908073"/>
              <a:ext cx="53612" cy="73298"/>
            </a:xfrm>
            <a:custGeom>
              <a:rect b="b" l="l" r="r" t="t"/>
              <a:pathLst>
                <a:path extrusionOk="0" h="2144" w="1501">
                  <a:moveTo>
                    <a:pt x="0" y="1"/>
                  </a:moveTo>
                  <a:lnTo>
                    <a:pt x="0" y="2144"/>
                  </a:lnTo>
                  <a:cubicBezTo>
                    <a:pt x="572" y="2096"/>
                    <a:pt x="1119" y="1810"/>
                    <a:pt x="1500" y="1382"/>
                  </a:cubicBezTo>
                  <a:cubicBezTo>
                    <a:pt x="1000" y="1096"/>
                    <a:pt x="643" y="596"/>
                    <a:pt x="5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2"/>
            <p:cNvSpPr/>
            <p:nvPr/>
          </p:nvSpPr>
          <p:spPr>
            <a:xfrm>
              <a:off x="1396622" y="1908073"/>
              <a:ext cx="36610" cy="32615"/>
            </a:xfrm>
            <a:custGeom>
              <a:rect b="b" l="l" r="r" t="t"/>
              <a:pathLst>
                <a:path extrusionOk="0" h="954" w="1025">
                  <a:moveTo>
                    <a:pt x="1" y="1"/>
                  </a:moveTo>
                  <a:cubicBezTo>
                    <a:pt x="25" y="334"/>
                    <a:pt x="144" y="644"/>
                    <a:pt x="311" y="953"/>
                  </a:cubicBezTo>
                  <a:cubicBezTo>
                    <a:pt x="668" y="763"/>
                    <a:pt x="930" y="429"/>
                    <a:pt x="1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2"/>
            <p:cNvSpPr/>
            <p:nvPr/>
          </p:nvSpPr>
          <p:spPr>
            <a:xfrm>
              <a:off x="1418767" y="1908073"/>
              <a:ext cx="53612" cy="73298"/>
            </a:xfrm>
            <a:custGeom>
              <a:rect b="b" l="l" r="r" t="t"/>
              <a:pathLst>
                <a:path extrusionOk="0" h="2144" w="1501">
                  <a:moveTo>
                    <a:pt x="953" y="1"/>
                  </a:moveTo>
                  <a:cubicBezTo>
                    <a:pt x="857" y="596"/>
                    <a:pt x="500" y="1096"/>
                    <a:pt x="0" y="1382"/>
                  </a:cubicBezTo>
                  <a:cubicBezTo>
                    <a:pt x="405" y="1810"/>
                    <a:pt x="929" y="2096"/>
                    <a:pt x="1500" y="2144"/>
                  </a:cubicBezTo>
                  <a:lnTo>
                    <a:pt x="15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2"/>
            <p:cNvSpPr/>
            <p:nvPr/>
          </p:nvSpPr>
          <p:spPr>
            <a:xfrm>
              <a:off x="1354975" y="2000072"/>
              <a:ext cx="330065" cy="110767"/>
            </a:xfrm>
            <a:custGeom>
              <a:rect b="b" l="l" r="r" t="t"/>
              <a:pathLst>
                <a:path extrusionOk="0" h="3240" w="9241">
                  <a:moveTo>
                    <a:pt x="6239" y="1"/>
                  </a:moveTo>
                  <a:cubicBezTo>
                    <a:pt x="5811" y="1"/>
                    <a:pt x="5454" y="263"/>
                    <a:pt x="5168" y="548"/>
                  </a:cubicBezTo>
                  <a:lnTo>
                    <a:pt x="2882" y="548"/>
                  </a:lnTo>
                  <a:cubicBezTo>
                    <a:pt x="2643" y="548"/>
                    <a:pt x="2477" y="739"/>
                    <a:pt x="2477" y="953"/>
                  </a:cubicBezTo>
                  <a:cubicBezTo>
                    <a:pt x="2477" y="1191"/>
                    <a:pt x="2643" y="1310"/>
                    <a:pt x="2882" y="1358"/>
                  </a:cubicBezTo>
                  <a:lnTo>
                    <a:pt x="4096" y="1358"/>
                  </a:lnTo>
                  <a:cubicBezTo>
                    <a:pt x="4239" y="1358"/>
                    <a:pt x="4358" y="1477"/>
                    <a:pt x="4358" y="1620"/>
                  </a:cubicBezTo>
                  <a:cubicBezTo>
                    <a:pt x="4358" y="1787"/>
                    <a:pt x="4239" y="1906"/>
                    <a:pt x="4096" y="1906"/>
                  </a:cubicBezTo>
                  <a:lnTo>
                    <a:pt x="2810" y="1906"/>
                  </a:lnTo>
                  <a:cubicBezTo>
                    <a:pt x="2667" y="1906"/>
                    <a:pt x="2524" y="1834"/>
                    <a:pt x="2429" y="1715"/>
                  </a:cubicBezTo>
                  <a:cubicBezTo>
                    <a:pt x="1929" y="1215"/>
                    <a:pt x="2239" y="1525"/>
                    <a:pt x="976" y="191"/>
                  </a:cubicBezTo>
                  <a:cubicBezTo>
                    <a:pt x="873" y="74"/>
                    <a:pt x="727" y="14"/>
                    <a:pt x="581" y="14"/>
                  </a:cubicBezTo>
                  <a:cubicBezTo>
                    <a:pt x="458" y="14"/>
                    <a:pt x="336" y="57"/>
                    <a:pt x="238" y="143"/>
                  </a:cubicBezTo>
                  <a:cubicBezTo>
                    <a:pt x="24" y="334"/>
                    <a:pt x="0" y="644"/>
                    <a:pt x="167" y="882"/>
                  </a:cubicBezTo>
                  <a:lnTo>
                    <a:pt x="1453" y="2596"/>
                  </a:lnTo>
                  <a:cubicBezTo>
                    <a:pt x="1762" y="3001"/>
                    <a:pt x="2239" y="3239"/>
                    <a:pt x="2739" y="3239"/>
                  </a:cubicBezTo>
                  <a:lnTo>
                    <a:pt x="6525" y="3239"/>
                  </a:lnTo>
                  <a:cubicBezTo>
                    <a:pt x="6692" y="3239"/>
                    <a:pt x="6859" y="3192"/>
                    <a:pt x="7001" y="3120"/>
                  </a:cubicBezTo>
                  <a:lnTo>
                    <a:pt x="7621" y="2811"/>
                  </a:lnTo>
                  <a:cubicBezTo>
                    <a:pt x="7787" y="2739"/>
                    <a:pt x="7978" y="2692"/>
                    <a:pt x="8145" y="2692"/>
                  </a:cubicBezTo>
                  <a:lnTo>
                    <a:pt x="8978" y="2692"/>
                  </a:lnTo>
                  <a:cubicBezTo>
                    <a:pt x="9121" y="2692"/>
                    <a:pt x="9240" y="2573"/>
                    <a:pt x="9240" y="2430"/>
                  </a:cubicBezTo>
                  <a:lnTo>
                    <a:pt x="9240" y="810"/>
                  </a:lnTo>
                  <a:cubicBezTo>
                    <a:pt x="9240" y="667"/>
                    <a:pt x="9121" y="548"/>
                    <a:pt x="8978" y="548"/>
                  </a:cubicBezTo>
                  <a:lnTo>
                    <a:pt x="7311" y="548"/>
                  </a:lnTo>
                  <a:cubicBezTo>
                    <a:pt x="7025" y="263"/>
                    <a:pt x="6668" y="1"/>
                    <a:pt x="6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 name="Google Shape;590;p62"/>
          <p:cNvGrpSpPr/>
          <p:nvPr/>
        </p:nvGrpSpPr>
        <p:grpSpPr>
          <a:xfrm>
            <a:off x="4381963" y="3673205"/>
            <a:ext cx="380070" cy="363790"/>
            <a:chOff x="2646027" y="1806297"/>
            <a:chExt cx="330065" cy="315927"/>
          </a:xfrm>
        </p:grpSpPr>
        <p:sp>
          <p:nvSpPr>
            <p:cNvPr id="591" name="Google Shape;591;p62"/>
            <p:cNvSpPr/>
            <p:nvPr/>
          </p:nvSpPr>
          <p:spPr>
            <a:xfrm>
              <a:off x="2771895" y="2001713"/>
              <a:ext cx="57898" cy="55384"/>
            </a:xfrm>
            <a:custGeom>
              <a:rect b="b" l="l" r="r" t="t"/>
              <a:pathLst>
                <a:path extrusionOk="0" h="1620" w="1621">
                  <a:moveTo>
                    <a:pt x="810" y="0"/>
                  </a:moveTo>
                  <a:cubicBezTo>
                    <a:pt x="358" y="0"/>
                    <a:pt x="1" y="357"/>
                    <a:pt x="1" y="810"/>
                  </a:cubicBezTo>
                  <a:cubicBezTo>
                    <a:pt x="1" y="1262"/>
                    <a:pt x="358" y="1620"/>
                    <a:pt x="810" y="1620"/>
                  </a:cubicBezTo>
                  <a:cubicBezTo>
                    <a:pt x="1263" y="1620"/>
                    <a:pt x="1620" y="1262"/>
                    <a:pt x="1620" y="810"/>
                  </a:cubicBezTo>
                  <a:cubicBezTo>
                    <a:pt x="1620" y="357"/>
                    <a:pt x="1263" y="0"/>
                    <a:pt x="8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2"/>
            <p:cNvSpPr/>
            <p:nvPr/>
          </p:nvSpPr>
          <p:spPr>
            <a:xfrm>
              <a:off x="2703853" y="1806297"/>
              <a:ext cx="58720" cy="57025"/>
            </a:xfrm>
            <a:custGeom>
              <a:rect b="b" l="l" r="r" t="t"/>
              <a:pathLst>
                <a:path extrusionOk="0" h="1668" w="1644">
                  <a:moveTo>
                    <a:pt x="810" y="1"/>
                  </a:moveTo>
                  <a:cubicBezTo>
                    <a:pt x="382" y="1"/>
                    <a:pt x="1" y="382"/>
                    <a:pt x="1" y="834"/>
                  </a:cubicBezTo>
                  <a:cubicBezTo>
                    <a:pt x="1" y="1287"/>
                    <a:pt x="382" y="1668"/>
                    <a:pt x="810" y="1668"/>
                  </a:cubicBezTo>
                  <a:cubicBezTo>
                    <a:pt x="1263" y="1668"/>
                    <a:pt x="1644" y="1287"/>
                    <a:pt x="1644" y="834"/>
                  </a:cubicBezTo>
                  <a:cubicBezTo>
                    <a:pt x="1644" y="382"/>
                    <a:pt x="1263" y="1"/>
                    <a:pt x="8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2"/>
            <p:cNvSpPr/>
            <p:nvPr/>
          </p:nvSpPr>
          <p:spPr>
            <a:xfrm>
              <a:off x="2674922" y="2001713"/>
              <a:ext cx="57898" cy="55384"/>
            </a:xfrm>
            <a:custGeom>
              <a:rect b="b" l="l" r="r" t="t"/>
              <a:pathLst>
                <a:path extrusionOk="0" h="1620" w="1621">
                  <a:moveTo>
                    <a:pt x="811" y="0"/>
                  </a:moveTo>
                  <a:cubicBezTo>
                    <a:pt x="382" y="0"/>
                    <a:pt x="1" y="357"/>
                    <a:pt x="1" y="810"/>
                  </a:cubicBezTo>
                  <a:cubicBezTo>
                    <a:pt x="1" y="1262"/>
                    <a:pt x="382" y="1620"/>
                    <a:pt x="811" y="1620"/>
                  </a:cubicBezTo>
                  <a:cubicBezTo>
                    <a:pt x="1263" y="1620"/>
                    <a:pt x="1620" y="1262"/>
                    <a:pt x="1620" y="810"/>
                  </a:cubicBezTo>
                  <a:cubicBezTo>
                    <a:pt x="1620" y="357"/>
                    <a:pt x="1263"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2"/>
            <p:cNvSpPr/>
            <p:nvPr/>
          </p:nvSpPr>
          <p:spPr>
            <a:xfrm>
              <a:off x="2868868" y="2001713"/>
              <a:ext cx="57862" cy="55384"/>
            </a:xfrm>
            <a:custGeom>
              <a:rect b="b" l="l" r="r" t="t"/>
              <a:pathLst>
                <a:path extrusionOk="0" h="1620" w="1620">
                  <a:moveTo>
                    <a:pt x="810" y="0"/>
                  </a:moveTo>
                  <a:cubicBezTo>
                    <a:pt x="358" y="0"/>
                    <a:pt x="1" y="357"/>
                    <a:pt x="1" y="810"/>
                  </a:cubicBezTo>
                  <a:cubicBezTo>
                    <a:pt x="1" y="1262"/>
                    <a:pt x="358" y="1620"/>
                    <a:pt x="810" y="1620"/>
                  </a:cubicBezTo>
                  <a:cubicBezTo>
                    <a:pt x="1239" y="1620"/>
                    <a:pt x="1620" y="1262"/>
                    <a:pt x="1620" y="810"/>
                  </a:cubicBezTo>
                  <a:cubicBezTo>
                    <a:pt x="1620" y="357"/>
                    <a:pt x="1239" y="0"/>
                    <a:pt x="8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2"/>
            <p:cNvSpPr/>
            <p:nvPr/>
          </p:nvSpPr>
          <p:spPr>
            <a:xfrm>
              <a:off x="2646027" y="1881202"/>
              <a:ext cx="214376" cy="148203"/>
            </a:xfrm>
            <a:custGeom>
              <a:rect b="b" l="l" r="r" t="t"/>
              <a:pathLst>
                <a:path extrusionOk="0" h="4335" w="6002">
                  <a:moveTo>
                    <a:pt x="1096" y="1"/>
                  </a:moveTo>
                  <a:cubicBezTo>
                    <a:pt x="500" y="1"/>
                    <a:pt x="0" y="501"/>
                    <a:pt x="0" y="1096"/>
                  </a:cubicBezTo>
                  <a:lnTo>
                    <a:pt x="0" y="3382"/>
                  </a:lnTo>
                  <a:cubicBezTo>
                    <a:pt x="0" y="3620"/>
                    <a:pt x="167" y="3787"/>
                    <a:pt x="381" y="3787"/>
                  </a:cubicBezTo>
                  <a:cubicBezTo>
                    <a:pt x="477" y="3573"/>
                    <a:pt x="643" y="3406"/>
                    <a:pt x="810" y="3263"/>
                  </a:cubicBezTo>
                  <a:lnTo>
                    <a:pt x="810" y="1358"/>
                  </a:lnTo>
                  <a:cubicBezTo>
                    <a:pt x="810" y="1215"/>
                    <a:pt x="929" y="1096"/>
                    <a:pt x="1096" y="1096"/>
                  </a:cubicBezTo>
                  <a:cubicBezTo>
                    <a:pt x="1239" y="1096"/>
                    <a:pt x="1358" y="1215"/>
                    <a:pt x="1358" y="1358"/>
                  </a:cubicBezTo>
                  <a:lnTo>
                    <a:pt x="1358" y="3001"/>
                  </a:lnTo>
                  <a:cubicBezTo>
                    <a:pt x="1453" y="3001"/>
                    <a:pt x="1524" y="2977"/>
                    <a:pt x="1620" y="2977"/>
                  </a:cubicBezTo>
                  <a:cubicBezTo>
                    <a:pt x="2382" y="2977"/>
                    <a:pt x="2977" y="3597"/>
                    <a:pt x="2977" y="4335"/>
                  </a:cubicBezTo>
                  <a:cubicBezTo>
                    <a:pt x="2977" y="4025"/>
                    <a:pt x="3096" y="3763"/>
                    <a:pt x="3263" y="3525"/>
                  </a:cubicBezTo>
                  <a:lnTo>
                    <a:pt x="3263" y="1525"/>
                  </a:lnTo>
                  <a:lnTo>
                    <a:pt x="3882" y="2477"/>
                  </a:lnTo>
                  <a:cubicBezTo>
                    <a:pt x="3986" y="2633"/>
                    <a:pt x="4154" y="2711"/>
                    <a:pt x="4323" y="2711"/>
                  </a:cubicBezTo>
                  <a:cubicBezTo>
                    <a:pt x="4465" y="2711"/>
                    <a:pt x="4607" y="2657"/>
                    <a:pt x="4715" y="2549"/>
                  </a:cubicBezTo>
                  <a:lnTo>
                    <a:pt x="5811" y="1477"/>
                  </a:lnTo>
                  <a:cubicBezTo>
                    <a:pt x="6001" y="1263"/>
                    <a:pt x="6001" y="929"/>
                    <a:pt x="5811" y="715"/>
                  </a:cubicBezTo>
                  <a:cubicBezTo>
                    <a:pt x="5704" y="608"/>
                    <a:pt x="5561" y="554"/>
                    <a:pt x="5418" y="554"/>
                  </a:cubicBezTo>
                  <a:cubicBezTo>
                    <a:pt x="5275" y="554"/>
                    <a:pt x="5132" y="608"/>
                    <a:pt x="5025" y="715"/>
                  </a:cubicBezTo>
                  <a:lnTo>
                    <a:pt x="4406" y="1334"/>
                  </a:lnTo>
                  <a:lnTo>
                    <a:pt x="3691" y="263"/>
                  </a:lnTo>
                  <a:cubicBezTo>
                    <a:pt x="3596" y="96"/>
                    <a:pt x="3453" y="24"/>
                    <a:pt x="3263" y="24"/>
                  </a:cubicBezTo>
                  <a:lnTo>
                    <a:pt x="32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2"/>
            <p:cNvSpPr/>
            <p:nvPr/>
          </p:nvSpPr>
          <p:spPr>
            <a:xfrm>
              <a:off x="2743000" y="2057062"/>
              <a:ext cx="115689" cy="65161"/>
            </a:xfrm>
            <a:custGeom>
              <a:rect b="b" l="l" r="r" t="t"/>
              <a:pathLst>
                <a:path extrusionOk="0" h="1906" w="3239">
                  <a:moveTo>
                    <a:pt x="548" y="1"/>
                  </a:moveTo>
                  <a:cubicBezTo>
                    <a:pt x="214" y="263"/>
                    <a:pt x="0" y="644"/>
                    <a:pt x="0" y="1096"/>
                  </a:cubicBezTo>
                  <a:lnTo>
                    <a:pt x="0" y="1620"/>
                  </a:lnTo>
                  <a:cubicBezTo>
                    <a:pt x="0" y="1787"/>
                    <a:pt x="119" y="1906"/>
                    <a:pt x="262" y="1906"/>
                  </a:cubicBezTo>
                  <a:lnTo>
                    <a:pt x="2977" y="1906"/>
                  </a:lnTo>
                  <a:cubicBezTo>
                    <a:pt x="3120" y="1906"/>
                    <a:pt x="3239" y="1787"/>
                    <a:pt x="3239" y="1620"/>
                  </a:cubicBezTo>
                  <a:lnTo>
                    <a:pt x="3239" y="1096"/>
                  </a:lnTo>
                  <a:cubicBezTo>
                    <a:pt x="3239" y="644"/>
                    <a:pt x="3025" y="263"/>
                    <a:pt x="2691" y="1"/>
                  </a:cubicBezTo>
                  <a:cubicBezTo>
                    <a:pt x="2453" y="334"/>
                    <a:pt x="2048" y="548"/>
                    <a:pt x="1619" y="548"/>
                  </a:cubicBezTo>
                  <a:cubicBezTo>
                    <a:pt x="1191" y="548"/>
                    <a:pt x="786" y="334"/>
                    <a:pt x="5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2"/>
            <p:cNvSpPr/>
            <p:nvPr/>
          </p:nvSpPr>
          <p:spPr>
            <a:xfrm>
              <a:off x="2872261" y="2057062"/>
              <a:ext cx="84258" cy="65161"/>
            </a:xfrm>
            <a:custGeom>
              <a:rect b="b" l="l" r="r" t="t"/>
              <a:pathLst>
                <a:path extrusionOk="0" h="1906" w="2359">
                  <a:moveTo>
                    <a:pt x="1811" y="1"/>
                  </a:moveTo>
                  <a:cubicBezTo>
                    <a:pt x="1549" y="334"/>
                    <a:pt x="1144" y="548"/>
                    <a:pt x="715" y="548"/>
                  </a:cubicBezTo>
                  <a:cubicBezTo>
                    <a:pt x="453" y="548"/>
                    <a:pt x="215" y="477"/>
                    <a:pt x="1" y="334"/>
                  </a:cubicBezTo>
                  <a:lnTo>
                    <a:pt x="1" y="334"/>
                  </a:lnTo>
                  <a:cubicBezTo>
                    <a:pt x="96" y="572"/>
                    <a:pt x="168" y="834"/>
                    <a:pt x="168" y="1096"/>
                  </a:cubicBezTo>
                  <a:lnTo>
                    <a:pt x="168" y="1620"/>
                  </a:lnTo>
                  <a:cubicBezTo>
                    <a:pt x="168" y="1715"/>
                    <a:pt x="144" y="1810"/>
                    <a:pt x="120" y="1906"/>
                  </a:cubicBezTo>
                  <a:lnTo>
                    <a:pt x="2073" y="1906"/>
                  </a:lnTo>
                  <a:cubicBezTo>
                    <a:pt x="2216" y="1906"/>
                    <a:pt x="2359" y="1787"/>
                    <a:pt x="2359" y="1620"/>
                  </a:cubicBezTo>
                  <a:lnTo>
                    <a:pt x="2359" y="1096"/>
                  </a:lnTo>
                  <a:cubicBezTo>
                    <a:pt x="2359" y="644"/>
                    <a:pt x="2120" y="263"/>
                    <a:pt x="18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2"/>
            <p:cNvSpPr/>
            <p:nvPr/>
          </p:nvSpPr>
          <p:spPr>
            <a:xfrm>
              <a:off x="2646027" y="2057062"/>
              <a:ext cx="83400" cy="65161"/>
            </a:xfrm>
            <a:custGeom>
              <a:rect b="b" l="l" r="r" t="t"/>
              <a:pathLst>
                <a:path extrusionOk="0" h="1906" w="2335">
                  <a:moveTo>
                    <a:pt x="548" y="1"/>
                  </a:moveTo>
                  <a:cubicBezTo>
                    <a:pt x="215" y="263"/>
                    <a:pt x="0" y="644"/>
                    <a:pt x="0" y="1096"/>
                  </a:cubicBezTo>
                  <a:lnTo>
                    <a:pt x="0" y="1620"/>
                  </a:lnTo>
                  <a:cubicBezTo>
                    <a:pt x="0" y="1787"/>
                    <a:pt x="119" y="1906"/>
                    <a:pt x="286" y="1906"/>
                  </a:cubicBezTo>
                  <a:lnTo>
                    <a:pt x="2215" y="1906"/>
                  </a:lnTo>
                  <a:cubicBezTo>
                    <a:pt x="2191" y="1810"/>
                    <a:pt x="2167" y="1715"/>
                    <a:pt x="2167" y="1620"/>
                  </a:cubicBezTo>
                  <a:lnTo>
                    <a:pt x="2167" y="1096"/>
                  </a:lnTo>
                  <a:cubicBezTo>
                    <a:pt x="2167" y="834"/>
                    <a:pt x="2239" y="572"/>
                    <a:pt x="2334" y="334"/>
                  </a:cubicBezTo>
                  <a:lnTo>
                    <a:pt x="2334" y="334"/>
                  </a:lnTo>
                  <a:cubicBezTo>
                    <a:pt x="2120" y="477"/>
                    <a:pt x="1882" y="548"/>
                    <a:pt x="1620" y="548"/>
                  </a:cubicBezTo>
                  <a:cubicBezTo>
                    <a:pt x="1191" y="548"/>
                    <a:pt x="810" y="334"/>
                    <a:pt x="5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2"/>
            <p:cNvSpPr/>
            <p:nvPr/>
          </p:nvSpPr>
          <p:spPr>
            <a:xfrm>
              <a:off x="2781253" y="1825032"/>
              <a:ext cx="194839" cy="149023"/>
            </a:xfrm>
            <a:custGeom>
              <a:rect b="b" l="l" r="r" t="t"/>
              <a:pathLst>
                <a:path extrusionOk="0" h="4359" w="5455">
                  <a:moveTo>
                    <a:pt x="810" y="0"/>
                  </a:moveTo>
                  <a:cubicBezTo>
                    <a:pt x="382" y="0"/>
                    <a:pt x="1" y="381"/>
                    <a:pt x="1" y="834"/>
                  </a:cubicBezTo>
                  <a:lnTo>
                    <a:pt x="1" y="1263"/>
                  </a:lnTo>
                  <a:cubicBezTo>
                    <a:pt x="144" y="1334"/>
                    <a:pt x="286" y="1453"/>
                    <a:pt x="382" y="1596"/>
                  </a:cubicBezTo>
                  <a:lnTo>
                    <a:pt x="715" y="2120"/>
                  </a:lnTo>
                  <a:lnTo>
                    <a:pt x="858" y="1977"/>
                  </a:lnTo>
                  <a:cubicBezTo>
                    <a:pt x="1072" y="1763"/>
                    <a:pt x="1352" y="1656"/>
                    <a:pt x="1632" y="1656"/>
                  </a:cubicBezTo>
                  <a:cubicBezTo>
                    <a:pt x="1912" y="1656"/>
                    <a:pt x="2192" y="1763"/>
                    <a:pt x="2406" y="1977"/>
                  </a:cubicBezTo>
                  <a:cubicBezTo>
                    <a:pt x="2811" y="2382"/>
                    <a:pt x="2811" y="3073"/>
                    <a:pt x="2406" y="3501"/>
                  </a:cubicBezTo>
                  <a:lnTo>
                    <a:pt x="1549" y="4358"/>
                  </a:lnTo>
                  <a:lnTo>
                    <a:pt x="4621" y="4358"/>
                  </a:lnTo>
                  <a:cubicBezTo>
                    <a:pt x="5073" y="4358"/>
                    <a:pt x="5454" y="4001"/>
                    <a:pt x="5454" y="3549"/>
                  </a:cubicBezTo>
                  <a:lnTo>
                    <a:pt x="5454" y="834"/>
                  </a:lnTo>
                  <a:cubicBezTo>
                    <a:pt x="5454" y="381"/>
                    <a:pt x="5073" y="0"/>
                    <a:pt x="46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62"/>
          <p:cNvGrpSpPr/>
          <p:nvPr/>
        </p:nvGrpSpPr>
        <p:grpSpPr>
          <a:xfrm>
            <a:off x="4381975" y="2622233"/>
            <a:ext cx="380071" cy="319073"/>
            <a:chOff x="2009413" y="2451108"/>
            <a:chExt cx="324958" cy="272782"/>
          </a:xfrm>
        </p:grpSpPr>
        <p:sp>
          <p:nvSpPr>
            <p:cNvPr id="601" name="Google Shape;601;p62"/>
            <p:cNvSpPr/>
            <p:nvPr/>
          </p:nvSpPr>
          <p:spPr>
            <a:xfrm>
              <a:off x="2127637" y="2687206"/>
              <a:ext cx="89365" cy="33435"/>
            </a:xfrm>
            <a:custGeom>
              <a:rect b="b" l="l" r="r" t="t"/>
              <a:pathLst>
                <a:path extrusionOk="0" h="978" w="2502">
                  <a:moveTo>
                    <a:pt x="1239" y="1"/>
                  </a:moveTo>
                  <a:cubicBezTo>
                    <a:pt x="739" y="1"/>
                    <a:pt x="334" y="49"/>
                    <a:pt x="1" y="120"/>
                  </a:cubicBezTo>
                  <a:cubicBezTo>
                    <a:pt x="453" y="501"/>
                    <a:pt x="858" y="787"/>
                    <a:pt x="1096" y="930"/>
                  </a:cubicBezTo>
                  <a:cubicBezTo>
                    <a:pt x="1144" y="953"/>
                    <a:pt x="1192" y="977"/>
                    <a:pt x="1239" y="977"/>
                  </a:cubicBezTo>
                  <a:cubicBezTo>
                    <a:pt x="1287" y="977"/>
                    <a:pt x="1358" y="953"/>
                    <a:pt x="1382" y="930"/>
                  </a:cubicBezTo>
                  <a:cubicBezTo>
                    <a:pt x="1596" y="811"/>
                    <a:pt x="2001" y="525"/>
                    <a:pt x="2501" y="120"/>
                  </a:cubicBezTo>
                  <a:cubicBezTo>
                    <a:pt x="2144" y="49"/>
                    <a:pt x="1739" y="1"/>
                    <a:pt x="1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2"/>
            <p:cNvSpPr/>
            <p:nvPr/>
          </p:nvSpPr>
          <p:spPr>
            <a:xfrm>
              <a:off x="2077454" y="2614763"/>
              <a:ext cx="189731" cy="67965"/>
            </a:xfrm>
            <a:custGeom>
              <a:rect b="b" l="l" r="r" t="t"/>
              <a:pathLst>
                <a:path extrusionOk="0" h="1988" w="5312">
                  <a:moveTo>
                    <a:pt x="2644" y="0"/>
                  </a:moveTo>
                  <a:cubicBezTo>
                    <a:pt x="1287" y="0"/>
                    <a:pt x="453" y="310"/>
                    <a:pt x="144" y="453"/>
                  </a:cubicBezTo>
                  <a:cubicBezTo>
                    <a:pt x="48" y="500"/>
                    <a:pt x="1" y="596"/>
                    <a:pt x="1" y="691"/>
                  </a:cubicBezTo>
                  <a:lnTo>
                    <a:pt x="1" y="1715"/>
                  </a:lnTo>
                  <a:cubicBezTo>
                    <a:pt x="1" y="1877"/>
                    <a:pt x="122" y="1987"/>
                    <a:pt x="260" y="1987"/>
                  </a:cubicBezTo>
                  <a:cubicBezTo>
                    <a:pt x="284" y="1987"/>
                    <a:pt x="309" y="1984"/>
                    <a:pt x="334" y="1977"/>
                  </a:cubicBezTo>
                  <a:cubicBezTo>
                    <a:pt x="763" y="1810"/>
                    <a:pt x="1525" y="1596"/>
                    <a:pt x="2644" y="1596"/>
                  </a:cubicBezTo>
                  <a:cubicBezTo>
                    <a:pt x="3764" y="1596"/>
                    <a:pt x="4549" y="1810"/>
                    <a:pt x="4954" y="1977"/>
                  </a:cubicBezTo>
                  <a:cubicBezTo>
                    <a:pt x="4979" y="1984"/>
                    <a:pt x="5005" y="1987"/>
                    <a:pt x="5030" y="1987"/>
                  </a:cubicBezTo>
                  <a:cubicBezTo>
                    <a:pt x="5174" y="1987"/>
                    <a:pt x="5311" y="1877"/>
                    <a:pt x="5311" y="1715"/>
                  </a:cubicBezTo>
                  <a:lnTo>
                    <a:pt x="5311" y="691"/>
                  </a:lnTo>
                  <a:cubicBezTo>
                    <a:pt x="5311" y="596"/>
                    <a:pt x="5264" y="500"/>
                    <a:pt x="5169" y="453"/>
                  </a:cubicBezTo>
                  <a:cubicBezTo>
                    <a:pt x="4835" y="310"/>
                    <a:pt x="4002" y="0"/>
                    <a:pt x="26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2"/>
            <p:cNvSpPr/>
            <p:nvPr/>
          </p:nvSpPr>
          <p:spPr>
            <a:xfrm>
              <a:off x="2257792" y="2651412"/>
              <a:ext cx="76578" cy="72478"/>
            </a:xfrm>
            <a:custGeom>
              <a:rect b="b" l="l" r="r" t="t"/>
              <a:pathLst>
                <a:path extrusionOk="0" h="2120" w="2144">
                  <a:moveTo>
                    <a:pt x="786" y="0"/>
                  </a:moveTo>
                  <a:lnTo>
                    <a:pt x="786" y="643"/>
                  </a:lnTo>
                  <a:cubicBezTo>
                    <a:pt x="786" y="1096"/>
                    <a:pt x="429" y="1453"/>
                    <a:pt x="1" y="1453"/>
                  </a:cubicBezTo>
                  <a:lnTo>
                    <a:pt x="1" y="1858"/>
                  </a:lnTo>
                  <a:cubicBezTo>
                    <a:pt x="1" y="2000"/>
                    <a:pt x="120" y="2120"/>
                    <a:pt x="262" y="2120"/>
                  </a:cubicBezTo>
                  <a:lnTo>
                    <a:pt x="1882" y="2120"/>
                  </a:lnTo>
                  <a:cubicBezTo>
                    <a:pt x="1977" y="2120"/>
                    <a:pt x="2049" y="2072"/>
                    <a:pt x="2096" y="1977"/>
                  </a:cubicBezTo>
                  <a:cubicBezTo>
                    <a:pt x="2144" y="1881"/>
                    <a:pt x="2144" y="1786"/>
                    <a:pt x="2096" y="1715"/>
                  </a:cubicBezTo>
                  <a:lnTo>
                    <a:pt x="1668" y="1048"/>
                  </a:lnTo>
                  <a:lnTo>
                    <a:pt x="2096" y="405"/>
                  </a:lnTo>
                  <a:cubicBezTo>
                    <a:pt x="2144" y="333"/>
                    <a:pt x="2144" y="214"/>
                    <a:pt x="2096" y="143"/>
                  </a:cubicBezTo>
                  <a:cubicBezTo>
                    <a:pt x="2049" y="48"/>
                    <a:pt x="1977" y="0"/>
                    <a:pt x="18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2"/>
            <p:cNvSpPr/>
            <p:nvPr/>
          </p:nvSpPr>
          <p:spPr>
            <a:xfrm>
              <a:off x="2009413" y="2651412"/>
              <a:ext cx="77436" cy="72478"/>
            </a:xfrm>
            <a:custGeom>
              <a:rect b="b" l="l" r="r" t="t"/>
              <a:pathLst>
                <a:path extrusionOk="0" h="2120" w="2168">
                  <a:moveTo>
                    <a:pt x="286" y="0"/>
                  </a:moveTo>
                  <a:cubicBezTo>
                    <a:pt x="191" y="0"/>
                    <a:pt x="96" y="48"/>
                    <a:pt x="48" y="143"/>
                  </a:cubicBezTo>
                  <a:cubicBezTo>
                    <a:pt x="1" y="214"/>
                    <a:pt x="1" y="333"/>
                    <a:pt x="72" y="405"/>
                  </a:cubicBezTo>
                  <a:lnTo>
                    <a:pt x="501" y="1048"/>
                  </a:lnTo>
                  <a:lnTo>
                    <a:pt x="72" y="1715"/>
                  </a:lnTo>
                  <a:cubicBezTo>
                    <a:pt x="1" y="1786"/>
                    <a:pt x="1" y="1881"/>
                    <a:pt x="48" y="1977"/>
                  </a:cubicBezTo>
                  <a:cubicBezTo>
                    <a:pt x="96" y="2072"/>
                    <a:pt x="191" y="2120"/>
                    <a:pt x="286" y="2120"/>
                  </a:cubicBezTo>
                  <a:lnTo>
                    <a:pt x="1906" y="2120"/>
                  </a:lnTo>
                  <a:cubicBezTo>
                    <a:pt x="2049" y="2120"/>
                    <a:pt x="2168" y="2000"/>
                    <a:pt x="2168" y="1858"/>
                  </a:cubicBezTo>
                  <a:lnTo>
                    <a:pt x="2168" y="1453"/>
                  </a:lnTo>
                  <a:cubicBezTo>
                    <a:pt x="1715" y="1453"/>
                    <a:pt x="1358" y="1096"/>
                    <a:pt x="1358" y="643"/>
                  </a:cubicBezTo>
                  <a:lnTo>
                    <a:pt x="13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2"/>
            <p:cNvSpPr/>
            <p:nvPr/>
          </p:nvSpPr>
          <p:spPr>
            <a:xfrm>
              <a:off x="2181249" y="2578114"/>
              <a:ext cx="27252" cy="20410"/>
            </a:xfrm>
            <a:custGeom>
              <a:rect b="b" l="l" r="r" t="t"/>
              <a:pathLst>
                <a:path extrusionOk="0" h="597" w="763">
                  <a:moveTo>
                    <a:pt x="0" y="1"/>
                  </a:moveTo>
                  <a:lnTo>
                    <a:pt x="0" y="548"/>
                  </a:lnTo>
                  <a:cubicBezTo>
                    <a:pt x="286" y="548"/>
                    <a:pt x="524" y="572"/>
                    <a:pt x="762" y="596"/>
                  </a:cubicBezTo>
                  <a:cubicBezTo>
                    <a:pt x="667" y="429"/>
                    <a:pt x="596" y="215"/>
                    <a:pt x="5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2"/>
            <p:cNvSpPr/>
            <p:nvPr/>
          </p:nvSpPr>
          <p:spPr>
            <a:xfrm>
              <a:off x="2220360" y="2578114"/>
              <a:ext cx="17037" cy="20410"/>
            </a:xfrm>
            <a:custGeom>
              <a:rect b="b" l="l" r="r" t="t"/>
              <a:pathLst>
                <a:path extrusionOk="0" h="597" w="477">
                  <a:moveTo>
                    <a:pt x="1" y="1"/>
                  </a:moveTo>
                  <a:cubicBezTo>
                    <a:pt x="48" y="239"/>
                    <a:pt x="144" y="429"/>
                    <a:pt x="286" y="596"/>
                  </a:cubicBezTo>
                  <a:cubicBezTo>
                    <a:pt x="382" y="429"/>
                    <a:pt x="453" y="215"/>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2"/>
            <p:cNvSpPr/>
            <p:nvPr/>
          </p:nvSpPr>
          <p:spPr>
            <a:xfrm>
              <a:off x="2136174" y="2578114"/>
              <a:ext cx="26395" cy="20410"/>
            </a:xfrm>
            <a:custGeom>
              <a:rect b="b" l="l" r="r" t="t"/>
              <a:pathLst>
                <a:path extrusionOk="0" h="597" w="739">
                  <a:moveTo>
                    <a:pt x="167" y="1"/>
                  </a:moveTo>
                  <a:cubicBezTo>
                    <a:pt x="143" y="215"/>
                    <a:pt x="95" y="429"/>
                    <a:pt x="0" y="596"/>
                  </a:cubicBezTo>
                  <a:cubicBezTo>
                    <a:pt x="214" y="572"/>
                    <a:pt x="476" y="548"/>
                    <a:pt x="738" y="548"/>
                  </a:cubicBezTo>
                  <a:lnTo>
                    <a:pt x="7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2"/>
            <p:cNvSpPr/>
            <p:nvPr/>
          </p:nvSpPr>
          <p:spPr>
            <a:xfrm>
              <a:off x="2181249" y="2506491"/>
              <a:ext cx="38289" cy="53743"/>
            </a:xfrm>
            <a:custGeom>
              <a:rect b="b" l="l" r="r" t="t"/>
              <a:pathLst>
                <a:path extrusionOk="0" h="1572" w="1072">
                  <a:moveTo>
                    <a:pt x="0" y="0"/>
                  </a:moveTo>
                  <a:lnTo>
                    <a:pt x="0" y="1572"/>
                  </a:lnTo>
                  <a:lnTo>
                    <a:pt x="572" y="1572"/>
                  </a:lnTo>
                  <a:cubicBezTo>
                    <a:pt x="619" y="1191"/>
                    <a:pt x="810" y="834"/>
                    <a:pt x="1072" y="548"/>
                  </a:cubicBezTo>
                  <a:cubicBezTo>
                    <a:pt x="786" y="262"/>
                    <a:pt x="429" y="7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2"/>
            <p:cNvSpPr/>
            <p:nvPr/>
          </p:nvSpPr>
          <p:spPr>
            <a:xfrm>
              <a:off x="2220360" y="2539858"/>
              <a:ext cx="17037" cy="20376"/>
            </a:xfrm>
            <a:custGeom>
              <a:rect b="b" l="l" r="r" t="t"/>
              <a:pathLst>
                <a:path extrusionOk="0" h="596" w="477">
                  <a:moveTo>
                    <a:pt x="286" y="0"/>
                  </a:moveTo>
                  <a:cubicBezTo>
                    <a:pt x="144" y="167"/>
                    <a:pt x="48" y="382"/>
                    <a:pt x="1" y="596"/>
                  </a:cubicBezTo>
                  <a:lnTo>
                    <a:pt x="477" y="596"/>
                  </a:lnTo>
                  <a:cubicBezTo>
                    <a:pt x="453" y="382"/>
                    <a:pt x="382" y="191"/>
                    <a:pt x="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2"/>
            <p:cNvSpPr/>
            <p:nvPr/>
          </p:nvSpPr>
          <p:spPr>
            <a:xfrm>
              <a:off x="2124244" y="2506491"/>
              <a:ext cx="38325" cy="53743"/>
            </a:xfrm>
            <a:custGeom>
              <a:rect b="b" l="l" r="r" t="t"/>
              <a:pathLst>
                <a:path extrusionOk="0" h="1572" w="1073">
                  <a:moveTo>
                    <a:pt x="1072" y="0"/>
                  </a:moveTo>
                  <a:cubicBezTo>
                    <a:pt x="667" y="72"/>
                    <a:pt x="286" y="262"/>
                    <a:pt x="1" y="548"/>
                  </a:cubicBezTo>
                  <a:cubicBezTo>
                    <a:pt x="286" y="834"/>
                    <a:pt x="453" y="1191"/>
                    <a:pt x="501" y="1572"/>
                  </a:cubicBezTo>
                  <a:lnTo>
                    <a:pt x="1072" y="1572"/>
                  </a:lnTo>
                  <a:lnTo>
                    <a:pt x="1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2"/>
            <p:cNvSpPr/>
            <p:nvPr/>
          </p:nvSpPr>
          <p:spPr>
            <a:xfrm>
              <a:off x="2106386" y="2578114"/>
              <a:ext cx="17037" cy="20410"/>
            </a:xfrm>
            <a:custGeom>
              <a:rect b="b" l="l" r="r" t="t"/>
              <a:pathLst>
                <a:path extrusionOk="0" h="597" w="477">
                  <a:moveTo>
                    <a:pt x="1" y="1"/>
                  </a:moveTo>
                  <a:cubicBezTo>
                    <a:pt x="24" y="215"/>
                    <a:pt x="96" y="429"/>
                    <a:pt x="191" y="596"/>
                  </a:cubicBezTo>
                  <a:cubicBezTo>
                    <a:pt x="334" y="429"/>
                    <a:pt x="429" y="239"/>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2"/>
            <p:cNvSpPr/>
            <p:nvPr/>
          </p:nvSpPr>
          <p:spPr>
            <a:xfrm>
              <a:off x="2048559" y="2451108"/>
              <a:ext cx="246701" cy="168579"/>
            </a:xfrm>
            <a:custGeom>
              <a:rect b="b" l="l" r="r" t="t"/>
              <a:pathLst>
                <a:path extrusionOk="0" h="4931" w="6907">
                  <a:moveTo>
                    <a:pt x="3453" y="1"/>
                  </a:moveTo>
                  <a:cubicBezTo>
                    <a:pt x="1667" y="1"/>
                    <a:pt x="238" y="525"/>
                    <a:pt x="167" y="548"/>
                  </a:cubicBezTo>
                  <a:cubicBezTo>
                    <a:pt x="72" y="596"/>
                    <a:pt x="0" y="691"/>
                    <a:pt x="0" y="810"/>
                  </a:cubicBezTo>
                  <a:lnTo>
                    <a:pt x="0" y="3454"/>
                  </a:lnTo>
                  <a:cubicBezTo>
                    <a:pt x="0" y="3930"/>
                    <a:pt x="143" y="4430"/>
                    <a:pt x="405" y="4930"/>
                  </a:cubicBezTo>
                  <a:lnTo>
                    <a:pt x="524" y="4859"/>
                  </a:lnTo>
                  <a:cubicBezTo>
                    <a:pt x="572" y="4835"/>
                    <a:pt x="857" y="4692"/>
                    <a:pt x="1334" y="4549"/>
                  </a:cubicBezTo>
                  <a:cubicBezTo>
                    <a:pt x="1167" y="4216"/>
                    <a:pt x="1072" y="3859"/>
                    <a:pt x="1072" y="3454"/>
                  </a:cubicBezTo>
                  <a:cubicBezTo>
                    <a:pt x="1072" y="2144"/>
                    <a:pt x="2167" y="1072"/>
                    <a:pt x="3453" y="1072"/>
                  </a:cubicBezTo>
                  <a:cubicBezTo>
                    <a:pt x="4763" y="1072"/>
                    <a:pt x="5859" y="2144"/>
                    <a:pt x="5859" y="3454"/>
                  </a:cubicBezTo>
                  <a:cubicBezTo>
                    <a:pt x="5859" y="3859"/>
                    <a:pt x="5739" y="4216"/>
                    <a:pt x="5573" y="4549"/>
                  </a:cubicBezTo>
                  <a:cubicBezTo>
                    <a:pt x="6073" y="4692"/>
                    <a:pt x="6335" y="4835"/>
                    <a:pt x="6382" y="4859"/>
                  </a:cubicBezTo>
                  <a:lnTo>
                    <a:pt x="6502" y="4930"/>
                  </a:lnTo>
                  <a:cubicBezTo>
                    <a:pt x="6763" y="4430"/>
                    <a:pt x="6906" y="3930"/>
                    <a:pt x="6906" y="3454"/>
                  </a:cubicBezTo>
                  <a:lnTo>
                    <a:pt x="6906" y="810"/>
                  </a:lnTo>
                  <a:cubicBezTo>
                    <a:pt x="6906" y="691"/>
                    <a:pt x="6835" y="596"/>
                    <a:pt x="6740" y="548"/>
                  </a:cubicBezTo>
                  <a:cubicBezTo>
                    <a:pt x="6692" y="525"/>
                    <a:pt x="5239" y="1"/>
                    <a:pt x="34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2"/>
            <p:cNvSpPr/>
            <p:nvPr/>
          </p:nvSpPr>
          <p:spPr>
            <a:xfrm>
              <a:off x="2106386" y="2539858"/>
              <a:ext cx="17037" cy="20376"/>
            </a:xfrm>
            <a:custGeom>
              <a:rect b="b" l="l" r="r" t="t"/>
              <a:pathLst>
                <a:path extrusionOk="0" h="596" w="477">
                  <a:moveTo>
                    <a:pt x="191" y="0"/>
                  </a:moveTo>
                  <a:cubicBezTo>
                    <a:pt x="96" y="191"/>
                    <a:pt x="24" y="382"/>
                    <a:pt x="1" y="596"/>
                  </a:cubicBezTo>
                  <a:lnTo>
                    <a:pt x="477" y="596"/>
                  </a:lnTo>
                  <a:cubicBezTo>
                    <a:pt x="429" y="382"/>
                    <a:pt x="334" y="167"/>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 name="Google Shape;614;p62"/>
          <p:cNvGrpSpPr/>
          <p:nvPr/>
        </p:nvGrpSpPr>
        <p:grpSpPr>
          <a:xfrm flipH="1">
            <a:off x="6468308" y="1483175"/>
            <a:ext cx="2179714" cy="485400"/>
            <a:chOff x="470525" y="766750"/>
            <a:chExt cx="2179714" cy="485400"/>
          </a:xfrm>
        </p:grpSpPr>
        <p:sp>
          <p:nvSpPr>
            <p:cNvPr id="615" name="Google Shape;615;p62"/>
            <p:cNvSpPr/>
            <p:nvPr/>
          </p:nvSpPr>
          <p:spPr>
            <a:xfrm>
              <a:off x="470525" y="766750"/>
              <a:ext cx="485400" cy="485400"/>
            </a:xfrm>
            <a:prstGeom prst="ellipse">
              <a:avLst/>
            </a:prstGeom>
            <a:solidFill>
              <a:schemeClr val="dk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6" name="Google Shape;616;p62"/>
            <p:cNvGrpSpPr/>
            <p:nvPr/>
          </p:nvGrpSpPr>
          <p:grpSpPr>
            <a:xfrm>
              <a:off x="2250163" y="809409"/>
              <a:ext cx="400076" cy="400103"/>
              <a:chOff x="2755532" y="1183425"/>
              <a:chExt cx="261300" cy="261300"/>
            </a:xfrm>
          </p:grpSpPr>
          <p:cxnSp>
            <p:nvCxnSpPr>
              <p:cNvPr id="617" name="Google Shape;617;p62"/>
              <p:cNvCxnSpPr/>
              <p:nvPr/>
            </p:nvCxnSpPr>
            <p:spPr>
              <a:xfrm>
                <a:off x="2755532" y="1183425"/>
                <a:ext cx="261300" cy="261300"/>
              </a:xfrm>
              <a:prstGeom prst="straightConnector1">
                <a:avLst/>
              </a:prstGeom>
              <a:noFill/>
              <a:ln cap="flat" cmpd="sng" w="38100">
                <a:solidFill>
                  <a:schemeClr val="accent1"/>
                </a:solidFill>
                <a:prstDash val="solid"/>
                <a:round/>
                <a:headEnd len="med" w="med" type="none"/>
                <a:tailEnd len="med" w="med" type="none"/>
              </a:ln>
            </p:spPr>
          </p:cxnSp>
          <p:cxnSp>
            <p:nvCxnSpPr>
              <p:cNvPr id="618" name="Google Shape;618;p62"/>
              <p:cNvCxnSpPr/>
              <p:nvPr/>
            </p:nvCxnSpPr>
            <p:spPr>
              <a:xfrm flipH="1">
                <a:off x="2755532" y="1183425"/>
                <a:ext cx="261300" cy="261300"/>
              </a:xfrm>
              <a:prstGeom prst="straightConnector1">
                <a:avLst/>
              </a:prstGeom>
              <a:noFill/>
              <a:ln cap="flat" cmpd="sng" w="38100">
                <a:solidFill>
                  <a:schemeClr val="accent1"/>
                </a:solidFill>
                <a:prstDash val="solid"/>
                <a:round/>
                <a:headEnd len="med" w="med" type="none"/>
                <a:tailEnd len="med" w="med" type="none"/>
              </a:ln>
            </p:spPr>
          </p:cxnSp>
        </p:grpSp>
        <p:cxnSp>
          <p:nvCxnSpPr>
            <p:cNvPr id="619" name="Google Shape;619;p62"/>
            <p:cNvCxnSpPr>
              <a:stCxn id="615" idx="6"/>
            </p:cNvCxnSpPr>
            <p:nvPr/>
          </p:nvCxnSpPr>
          <p:spPr>
            <a:xfrm>
              <a:off x="955925" y="1009450"/>
              <a:ext cx="1463700" cy="0"/>
            </a:xfrm>
            <a:prstGeom prst="straightConnector1">
              <a:avLst/>
            </a:prstGeom>
            <a:noFill/>
            <a:ln cap="flat" cmpd="sng" w="38100">
              <a:solidFill>
                <a:schemeClr val="accent1"/>
              </a:solidFill>
              <a:prstDash val="dash"/>
              <a:round/>
              <a:headEnd len="med" w="med" type="none"/>
              <a:tailEnd len="med" w="med" type="none"/>
            </a:ln>
          </p:spPr>
        </p:cxnSp>
      </p:grpSp>
      <p:grpSp>
        <p:nvGrpSpPr>
          <p:cNvPr id="620" name="Google Shape;620;p62"/>
          <p:cNvGrpSpPr/>
          <p:nvPr/>
        </p:nvGrpSpPr>
        <p:grpSpPr>
          <a:xfrm flipH="1" rot="9900040">
            <a:off x="5174679" y="4033185"/>
            <a:ext cx="2179649" cy="731378"/>
            <a:chOff x="470525" y="643750"/>
            <a:chExt cx="2179714" cy="731400"/>
          </a:xfrm>
        </p:grpSpPr>
        <p:sp>
          <p:nvSpPr>
            <p:cNvPr id="621" name="Google Shape;621;p62"/>
            <p:cNvSpPr/>
            <p:nvPr/>
          </p:nvSpPr>
          <p:spPr>
            <a:xfrm>
              <a:off x="470525" y="766750"/>
              <a:ext cx="485400" cy="485400"/>
            </a:xfrm>
            <a:prstGeom prst="ellipse">
              <a:avLst/>
            </a:prstGeom>
            <a:solidFill>
              <a:schemeClr val="dk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 name="Google Shape;622;p62"/>
            <p:cNvGrpSpPr/>
            <p:nvPr/>
          </p:nvGrpSpPr>
          <p:grpSpPr>
            <a:xfrm>
              <a:off x="2250163" y="809409"/>
              <a:ext cx="400076" cy="400103"/>
              <a:chOff x="2755532" y="1183425"/>
              <a:chExt cx="261300" cy="261300"/>
            </a:xfrm>
          </p:grpSpPr>
          <p:cxnSp>
            <p:nvCxnSpPr>
              <p:cNvPr id="623" name="Google Shape;623;p62"/>
              <p:cNvCxnSpPr/>
              <p:nvPr/>
            </p:nvCxnSpPr>
            <p:spPr>
              <a:xfrm>
                <a:off x="2755532" y="1183425"/>
                <a:ext cx="261300" cy="261300"/>
              </a:xfrm>
              <a:prstGeom prst="straightConnector1">
                <a:avLst/>
              </a:prstGeom>
              <a:noFill/>
              <a:ln cap="flat" cmpd="sng" w="38100">
                <a:solidFill>
                  <a:schemeClr val="accent1"/>
                </a:solidFill>
                <a:prstDash val="solid"/>
                <a:round/>
                <a:headEnd len="med" w="med" type="none"/>
                <a:tailEnd len="med" w="med" type="none"/>
              </a:ln>
            </p:spPr>
          </p:cxnSp>
          <p:cxnSp>
            <p:nvCxnSpPr>
              <p:cNvPr id="624" name="Google Shape;624;p62"/>
              <p:cNvCxnSpPr/>
              <p:nvPr/>
            </p:nvCxnSpPr>
            <p:spPr>
              <a:xfrm flipH="1">
                <a:off x="2755532" y="1183425"/>
                <a:ext cx="261300" cy="261300"/>
              </a:xfrm>
              <a:prstGeom prst="straightConnector1">
                <a:avLst/>
              </a:prstGeom>
              <a:noFill/>
              <a:ln cap="flat" cmpd="sng" w="38100">
                <a:solidFill>
                  <a:schemeClr val="accent1"/>
                </a:solidFill>
                <a:prstDash val="solid"/>
                <a:round/>
                <a:headEnd len="med" w="med" type="none"/>
                <a:tailEnd len="med" w="med" type="none"/>
              </a:ln>
            </p:spPr>
          </p:cxnSp>
        </p:grpSp>
        <p:cxnSp>
          <p:nvCxnSpPr>
            <p:cNvPr id="625" name="Google Shape;625;p62"/>
            <p:cNvCxnSpPr>
              <a:stCxn id="621" idx="6"/>
            </p:cNvCxnSpPr>
            <p:nvPr/>
          </p:nvCxnSpPr>
          <p:spPr>
            <a:xfrm rot="-899692">
              <a:off x="980911" y="820135"/>
              <a:ext cx="1413429" cy="378629"/>
            </a:xfrm>
            <a:prstGeom prst="straightConnector1">
              <a:avLst/>
            </a:prstGeom>
            <a:noFill/>
            <a:ln cap="flat" cmpd="sng" w="38100">
              <a:solidFill>
                <a:schemeClr val="accent1"/>
              </a:solidFill>
              <a:prstDash val="dash"/>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1000"/>
                                        <p:tgtEl>
                                          <p:spTgt spid="5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76"/>
                                        </p:tgtEl>
                                        <p:attrNameLst>
                                          <p:attrName>style.visibility</p:attrName>
                                        </p:attrNameLst>
                                      </p:cBhvr>
                                      <p:to>
                                        <p:strVal val="visible"/>
                                      </p:to>
                                    </p:set>
                                    <p:anim calcmode="lin" valueType="num">
                                      <p:cBhvr additive="base">
                                        <p:cTn dur="1000"/>
                                        <p:tgtEl>
                                          <p:spTgt spid="5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74"/>
                                        </p:tgtEl>
                                        <p:attrNameLst>
                                          <p:attrName>style.visibility</p:attrName>
                                        </p:attrNameLst>
                                      </p:cBhvr>
                                      <p:to>
                                        <p:strVal val="visible"/>
                                      </p:to>
                                    </p:set>
                                    <p:anim calcmode="lin" valueType="num">
                                      <p:cBhvr additive="base">
                                        <p:cTn dur="1000"/>
                                        <p:tgtEl>
                                          <p:spTgt spid="57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3"/>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Correlation Heatmap</a:t>
            </a:r>
            <a:endParaRPr/>
          </a:p>
        </p:txBody>
      </p:sp>
      <p:pic>
        <p:nvPicPr>
          <p:cNvPr id="631" name="Google Shape;631;p63"/>
          <p:cNvPicPr preferRelativeResize="0"/>
          <p:nvPr/>
        </p:nvPicPr>
        <p:blipFill>
          <a:blip r:embed="rId3">
            <a:alphaModFix/>
          </a:blip>
          <a:stretch>
            <a:fillRect/>
          </a:stretch>
        </p:blipFill>
        <p:spPr>
          <a:xfrm>
            <a:off x="2581275" y="1357400"/>
            <a:ext cx="3981450" cy="3000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cxnSp>
        <p:nvCxnSpPr>
          <p:cNvPr id="636" name="Google Shape;636;p64"/>
          <p:cNvCxnSpPr>
            <a:stCxn id="637" idx="2"/>
            <a:endCxn id="638" idx="2"/>
          </p:cNvCxnSpPr>
          <p:nvPr/>
        </p:nvCxnSpPr>
        <p:spPr>
          <a:xfrm rot="10800000">
            <a:off x="4572000" y="1112225"/>
            <a:ext cx="0" cy="3491700"/>
          </a:xfrm>
          <a:prstGeom prst="straightConnector1">
            <a:avLst/>
          </a:prstGeom>
          <a:noFill/>
          <a:ln cap="flat" cmpd="sng" w="38100">
            <a:solidFill>
              <a:schemeClr val="accent1"/>
            </a:solidFill>
            <a:prstDash val="dash"/>
            <a:round/>
            <a:headEnd len="med" w="med" type="none"/>
            <a:tailEnd len="med" w="med" type="none"/>
          </a:ln>
        </p:spPr>
      </p:cxnSp>
      <p:sp>
        <p:nvSpPr>
          <p:cNvPr id="638" name="Google Shape;638;p64"/>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Spreads and Money Lines</a:t>
            </a:r>
            <a:endParaRPr/>
          </a:p>
        </p:txBody>
      </p:sp>
      <p:sp>
        <p:nvSpPr>
          <p:cNvPr id="639" name="Google Shape;639;p64"/>
          <p:cNvSpPr txBox="1"/>
          <p:nvPr>
            <p:ph idx="1" type="subTitle"/>
          </p:nvPr>
        </p:nvSpPr>
        <p:spPr>
          <a:xfrm>
            <a:off x="835175" y="3919400"/>
            <a:ext cx="3547800" cy="69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Average Spread of Teams</a:t>
            </a:r>
            <a:endParaRPr/>
          </a:p>
        </p:txBody>
      </p:sp>
      <p:grpSp>
        <p:nvGrpSpPr>
          <p:cNvPr id="640" name="Google Shape;640;p64"/>
          <p:cNvGrpSpPr/>
          <p:nvPr/>
        </p:nvGrpSpPr>
        <p:grpSpPr>
          <a:xfrm>
            <a:off x="713256" y="610017"/>
            <a:ext cx="712265" cy="431718"/>
            <a:chOff x="1681125" y="2722100"/>
            <a:chExt cx="995200" cy="870750"/>
          </a:xfrm>
        </p:grpSpPr>
        <p:sp>
          <p:nvSpPr>
            <p:cNvPr id="641" name="Google Shape;641;p64"/>
            <p:cNvSpPr/>
            <p:nvPr/>
          </p:nvSpPr>
          <p:spPr>
            <a:xfrm>
              <a:off x="1681125" y="2722100"/>
              <a:ext cx="995200" cy="56225"/>
            </a:xfrm>
            <a:custGeom>
              <a:rect b="b" l="l" r="r" t="t"/>
              <a:pathLst>
                <a:path extrusionOk="0" h="2249" w="39808">
                  <a:moveTo>
                    <a:pt x="1" y="1"/>
                  </a:moveTo>
                  <a:lnTo>
                    <a:pt x="1" y="2249"/>
                  </a:lnTo>
                  <a:lnTo>
                    <a:pt x="39808" y="2249"/>
                  </a:lnTo>
                  <a:lnTo>
                    <a:pt x="39808" y="1"/>
                  </a:lnTo>
                  <a:close/>
                </a:path>
              </a:pathLst>
            </a:custGeom>
            <a:solidFill>
              <a:srgbClr val="F17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64"/>
            <p:cNvSpPr/>
            <p:nvPr/>
          </p:nvSpPr>
          <p:spPr>
            <a:xfrm>
              <a:off x="1742700" y="2778300"/>
              <a:ext cx="430475" cy="814550"/>
            </a:xfrm>
            <a:custGeom>
              <a:rect b="b" l="l" r="r" t="t"/>
              <a:pathLst>
                <a:path extrusionOk="0" h="32582" w="17219">
                  <a:moveTo>
                    <a:pt x="4265" y="6050"/>
                  </a:moveTo>
                  <a:lnTo>
                    <a:pt x="8226" y="10082"/>
                  </a:lnTo>
                  <a:lnTo>
                    <a:pt x="5674" y="12473"/>
                  </a:lnTo>
                  <a:cubicBezTo>
                    <a:pt x="5264" y="9957"/>
                    <a:pt x="4782" y="7834"/>
                    <a:pt x="4265" y="6050"/>
                  </a:cubicBezTo>
                  <a:close/>
                  <a:moveTo>
                    <a:pt x="13293" y="6781"/>
                  </a:moveTo>
                  <a:lnTo>
                    <a:pt x="16683" y="9904"/>
                  </a:lnTo>
                  <a:lnTo>
                    <a:pt x="13347" y="13811"/>
                  </a:lnTo>
                  <a:lnTo>
                    <a:pt x="9724" y="10118"/>
                  </a:lnTo>
                  <a:lnTo>
                    <a:pt x="13293" y="6781"/>
                  </a:lnTo>
                  <a:close/>
                  <a:moveTo>
                    <a:pt x="8957" y="10849"/>
                  </a:moveTo>
                  <a:lnTo>
                    <a:pt x="12669" y="14614"/>
                  </a:lnTo>
                  <a:lnTo>
                    <a:pt x="9885" y="17879"/>
                  </a:lnTo>
                  <a:lnTo>
                    <a:pt x="6013" y="13597"/>
                  </a:lnTo>
                  <a:lnTo>
                    <a:pt x="8957" y="10849"/>
                  </a:lnTo>
                  <a:close/>
                  <a:moveTo>
                    <a:pt x="6085" y="15256"/>
                  </a:moveTo>
                  <a:lnTo>
                    <a:pt x="9189" y="18682"/>
                  </a:lnTo>
                  <a:lnTo>
                    <a:pt x="6709" y="21573"/>
                  </a:lnTo>
                  <a:cubicBezTo>
                    <a:pt x="6549" y="19271"/>
                    <a:pt x="6334" y="17166"/>
                    <a:pt x="6085" y="15256"/>
                  </a:cubicBezTo>
                  <a:close/>
                  <a:moveTo>
                    <a:pt x="13400" y="15381"/>
                  </a:moveTo>
                  <a:lnTo>
                    <a:pt x="16701" y="18736"/>
                  </a:lnTo>
                  <a:lnTo>
                    <a:pt x="13703" y="22090"/>
                  </a:lnTo>
                  <a:lnTo>
                    <a:pt x="10599" y="18664"/>
                  </a:lnTo>
                  <a:lnTo>
                    <a:pt x="13400" y="15381"/>
                  </a:lnTo>
                  <a:close/>
                  <a:moveTo>
                    <a:pt x="9903" y="19467"/>
                  </a:moveTo>
                  <a:lnTo>
                    <a:pt x="12990" y="22893"/>
                  </a:lnTo>
                  <a:lnTo>
                    <a:pt x="9814" y="26462"/>
                  </a:lnTo>
                  <a:lnTo>
                    <a:pt x="6941" y="22947"/>
                  </a:lnTo>
                  <a:lnTo>
                    <a:pt x="9903" y="19467"/>
                  </a:lnTo>
                  <a:close/>
                  <a:moveTo>
                    <a:pt x="6888" y="24535"/>
                  </a:moveTo>
                  <a:lnTo>
                    <a:pt x="9100" y="27264"/>
                  </a:lnTo>
                  <a:lnTo>
                    <a:pt x="7030" y="29602"/>
                  </a:lnTo>
                  <a:cubicBezTo>
                    <a:pt x="6995" y="27818"/>
                    <a:pt x="6959" y="26140"/>
                    <a:pt x="6888" y="24535"/>
                  </a:cubicBezTo>
                  <a:close/>
                  <a:moveTo>
                    <a:pt x="13703" y="23678"/>
                  </a:moveTo>
                  <a:lnTo>
                    <a:pt x="16719" y="26997"/>
                  </a:lnTo>
                  <a:lnTo>
                    <a:pt x="13471" y="30904"/>
                  </a:lnTo>
                  <a:lnTo>
                    <a:pt x="10492" y="27282"/>
                  </a:lnTo>
                  <a:lnTo>
                    <a:pt x="13703" y="23678"/>
                  </a:lnTo>
                  <a:close/>
                  <a:moveTo>
                    <a:pt x="0" y="1"/>
                  </a:moveTo>
                  <a:cubicBezTo>
                    <a:pt x="1820" y="2802"/>
                    <a:pt x="5442" y="10867"/>
                    <a:pt x="5442" y="31796"/>
                  </a:cubicBezTo>
                  <a:cubicBezTo>
                    <a:pt x="5442" y="32225"/>
                    <a:pt x="5799" y="32564"/>
                    <a:pt x="6245" y="32564"/>
                  </a:cubicBezTo>
                  <a:cubicBezTo>
                    <a:pt x="6673" y="32564"/>
                    <a:pt x="7030" y="32189"/>
                    <a:pt x="7030" y="31761"/>
                  </a:cubicBezTo>
                  <a:cubicBezTo>
                    <a:pt x="7030" y="31565"/>
                    <a:pt x="7030" y="31368"/>
                    <a:pt x="7030" y="31190"/>
                  </a:cubicBezTo>
                  <a:lnTo>
                    <a:pt x="9778" y="28085"/>
                  </a:lnTo>
                  <a:lnTo>
                    <a:pt x="13471" y="32582"/>
                  </a:lnTo>
                  <a:lnTo>
                    <a:pt x="17218" y="27996"/>
                  </a:lnTo>
                  <a:lnTo>
                    <a:pt x="17201" y="27978"/>
                  </a:lnTo>
                  <a:lnTo>
                    <a:pt x="17201" y="26051"/>
                  </a:lnTo>
                  <a:lnTo>
                    <a:pt x="17218" y="26033"/>
                  </a:lnTo>
                  <a:lnTo>
                    <a:pt x="14399" y="22875"/>
                  </a:lnTo>
                  <a:lnTo>
                    <a:pt x="17218" y="19664"/>
                  </a:lnTo>
                  <a:lnTo>
                    <a:pt x="17201" y="19664"/>
                  </a:lnTo>
                  <a:lnTo>
                    <a:pt x="17201" y="17826"/>
                  </a:lnTo>
                  <a:lnTo>
                    <a:pt x="17218" y="17808"/>
                  </a:lnTo>
                  <a:lnTo>
                    <a:pt x="14078" y="14561"/>
                  </a:lnTo>
                  <a:lnTo>
                    <a:pt x="17218" y="10849"/>
                  </a:lnTo>
                  <a:lnTo>
                    <a:pt x="17201" y="10831"/>
                  </a:lnTo>
                  <a:lnTo>
                    <a:pt x="17201" y="9029"/>
                  </a:lnTo>
                  <a:lnTo>
                    <a:pt x="17218" y="9011"/>
                  </a:lnTo>
                  <a:lnTo>
                    <a:pt x="13775" y="5871"/>
                  </a:lnTo>
                  <a:cubicBezTo>
                    <a:pt x="13703" y="4140"/>
                    <a:pt x="12918" y="1678"/>
                    <a:pt x="12330" y="1"/>
                  </a:cubicBezTo>
                  <a:lnTo>
                    <a:pt x="11205" y="1"/>
                  </a:lnTo>
                  <a:cubicBezTo>
                    <a:pt x="11776" y="1678"/>
                    <a:pt x="12669" y="4194"/>
                    <a:pt x="12740" y="5889"/>
                  </a:cubicBezTo>
                  <a:lnTo>
                    <a:pt x="8993" y="9386"/>
                  </a:lnTo>
                  <a:lnTo>
                    <a:pt x="3569" y="3891"/>
                  </a:lnTo>
                  <a:cubicBezTo>
                    <a:pt x="2962" y="2178"/>
                    <a:pt x="2373" y="840"/>
                    <a:pt x="1838" y="1"/>
                  </a:cubicBezTo>
                  <a:close/>
                </a:path>
              </a:pathLst>
            </a:custGeom>
            <a:solidFill>
              <a:srgbClr val="F5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64"/>
            <p:cNvSpPr/>
            <p:nvPr/>
          </p:nvSpPr>
          <p:spPr>
            <a:xfrm>
              <a:off x="2172700" y="2778300"/>
              <a:ext cx="435375" cy="814550"/>
            </a:xfrm>
            <a:custGeom>
              <a:rect b="b" l="l" r="r" t="t"/>
              <a:pathLst>
                <a:path extrusionOk="0" h="32582" w="17415">
                  <a:moveTo>
                    <a:pt x="13115" y="6050"/>
                  </a:moveTo>
                  <a:cubicBezTo>
                    <a:pt x="12615" y="7834"/>
                    <a:pt x="12134" y="9957"/>
                    <a:pt x="11705" y="12473"/>
                  </a:cubicBezTo>
                  <a:lnTo>
                    <a:pt x="9172" y="10082"/>
                  </a:lnTo>
                  <a:lnTo>
                    <a:pt x="13115" y="6050"/>
                  </a:lnTo>
                  <a:close/>
                  <a:moveTo>
                    <a:pt x="4104" y="6781"/>
                  </a:moveTo>
                  <a:lnTo>
                    <a:pt x="7655" y="10118"/>
                  </a:lnTo>
                  <a:lnTo>
                    <a:pt x="4033" y="13811"/>
                  </a:lnTo>
                  <a:lnTo>
                    <a:pt x="696" y="9904"/>
                  </a:lnTo>
                  <a:lnTo>
                    <a:pt x="4104" y="6781"/>
                  </a:lnTo>
                  <a:close/>
                  <a:moveTo>
                    <a:pt x="8422" y="10849"/>
                  </a:moveTo>
                  <a:lnTo>
                    <a:pt x="11366" y="13597"/>
                  </a:lnTo>
                  <a:lnTo>
                    <a:pt x="7512" y="17879"/>
                  </a:lnTo>
                  <a:lnTo>
                    <a:pt x="4729" y="14614"/>
                  </a:lnTo>
                  <a:lnTo>
                    <a:pt x="8422" y="10849"/>
                  </a:lnTo>
                  <a:close/>
                  <a:moveTo>
                    <a:pt x="11295" y="15256"/>
                  </a:moveTo>
                  <a:cubicBezTo>
                    <a:pt x="11045" y="17166"/>
                    <a:pt x="10849" y="19271"/>
                    <a:pt x="10688" y="21573"/>
                  </a:cubicBezTo>
                  <a:lnTo>
                    <a:pt x="8208" y="18682"/>
                  </a:lnTo>
                  <a:lnTo>
                    <a:pt x="11295" y="15256"/>
                  </a:lnTo>
                  <a:close/>
                  <a:moveTo>
                    <a:pt x="3979" y="15381"/>
                  </a:moveTo>
                  <a:lnTo>
                    <a:pt x="6799" y="18664"/>
                  </a:lnTo>
                  <a:lnTo>
                    <a:pt x="3694" y="22090"/>
                  </a:lnTo>
                  <a:lnTo>
                    <a:pt x="696" y="18736"/>
                  </a:lnTo>
                  <a:lnTo>
                    <a:pt x="3979" y="15381"/>
                  </a:lnTo>
                  <a:close/>
                  <a:moveTo>
                    <a:pt x="7494" y="19467"/>
                  </a:moveTo>
                  <a:lnTo>
                    <a:pt x="10456" y="22947"/>
                  </a:lnTo>
                  <a:lnTo>
                    <a:pt x="7566" y="26462"/>
                  </a:lnTo>
                  <a:lnTo>
                    <a:pt x="4390" y="22893"/>
                  </a:lnTo>
                  <a:lnTo>
                    <a:pt x="7494" y="19467"/>
                  </a:lnTo>
                  <a:close/>
                  <a:moveTo>
                    <a:pt x="10510" y="24535"/>
                  </a:moveTo>
                  <a:lnTo>
                    <a:pt x="10510" y="24535"/>
                  </a:lnTo>
                  <a:cubicBezTo>
                    <a:pt x="10439" y="26140"/>
                    <a:pt x="10385" y="27818"/>
                    <a:pt x="10367" y="29602"/>
                  </a:cubicBezTo>
                  <a:lnTo>
                    <a:pt x="8280" y="27264"/>
                  </a:lnTo>
                  <a:lnTo>
                    <a:pt x="10510" y="24535"/>
                  </a:lnTo>
                  <a:close/>
                  <a:moveTo>
                    <a:pt x="3676" y="23678"/>
                  </a:moveTo>
                  <a:lnTo>
                    <a:pt x="6888" y="27282"/>
                  </a:lnTo>
                  <a:lnTo>
                    <a:pt x="3926" y="30922"/>
                  </a:lnTo>
                  <a:lnTo>
                    <a:pt x="679" y="26997"/>
                  </a:lnTo>
                  <a:lnTo>
                    <a:pt x="3676" y="23678"/>
                  </a:lnTo>
                  <a:close/>
                  <a:moveTo>
                    <a:pt x="5068" y="1"/>
                  </a:moveTo>
                  <a:cubicBezTo>
                    <a:pt x="4479" y="1678"/>
                    <a:pt x="3605" y="4140"/>
                    <a:pt x="3533" y="5871"/>
                  </a:cubicBezTo>
                  <a:lnTo>
                    <a:pt x="18" y="9011"/>
                  </a:lnTo>
                  <a:lnTo>
                    <a:pt x="1" y="9029"/>
                  </a:lnTo>
                  <a:lnTo>
                    <a:pt x="1" y="10831"/>
                  </a:lnTo>
                  <a:lnTo>
                    <a:pt x="18" y="10849"/>
                  </a:lnTo>
                  <a:lnTo>
                    <a:pt x="3194" y="14561"/>
                  </a:lnTo>
                  <a:lnTo>
                    <a:pt x="18" y="17808"/>
                  </a:lnTo>
                  <a:lnTo>
                    <a:pt x="1" y="17826"/>
                  </a:lnTo>
                  <a:lnTo>
                    <a:pt x="1" y="19664"/>
                  </a:lnTo>
                  <a:lnTo>
                    <a:pt x="18" y="19664"/>
                  </a:lnTo>
                  <a:lnTo>
                    <a:pt x="2873" y="22875"/>
                  </a:lnTo>
                  <a:lnTo>
                    <a:pt x="18" y="26033"/>
                  </a:lnTo>
                  <a:lnTo>
                    <a:pt x="1" y="26051"/>
                  </a:lnTo>
                  <a:lnTo>
                    <a:pt x="1" y="27978"/>
                  </a:lnTo>
                  <a:lnTo>
                    <a:pt x="18" y="27996"/>
                  </a:lnTo>
                  <a:lnTo>
                    <a:pt x="3872" y="32582"/>
                  </a:lnTo>
                  <a:lnTo>
                    <a:pt x="7602" y="28085"/>
                  </a:lnTo>
                  <a:lnTo>
                    <a:pt x="10349" y="31172"/>
                  </a:lnTo>
                  <a:cubicBezTo>
                    <a:pt x="10349" y="31368"/>
                    <a:pt x="10349" y="31547"/>
                    <a:pt x="10349" y="31743"/>
                  </a:cubicBezTo>
                  <a:cubicBezTo>
                    <a:pt x="10349" y="32189"/>
                    <a:pt x="10706" y="32546"/>
                    <a:pt x="11152" y="32546"/>
                  </a:cubicBezTo>
                  <a:cubicBezTo>
                    <a:pt x="11580" y="32546"/>
                    <a:pt x="11937" y="32225"/>
                    <a:pt x="11937" y="31796"/>
                  </a:cubicBezTo>
                  <a:cubicBezTo>
                    <a:pt x="11937" y="10992"/>
                    <a:pt x="15613" y="2802"/>
                    <a:pt x="17415" y="1"/>
                  </a:cubicBezTo>
                  <a:lnTo>
                    <a:pt x="15559" y="1"/>
                  </a:lnTo>
                  <a:cubicBezTo>
                    <a:pt x="15024" y="840"/>
                    <a:pt x="14417" y="2178"/>
                    <a:pt x="13829" y="3873"/>
                  </a:cubicBezTo>
                  <a:lnTo>
                    <a:pt x="8404" y="9386"/>
                  </a:lnTo>
                  <a:lnTo>
                    <a:pt x="4657" y="5907"/>
                  </a:lnTo>
                  <a:cubicBezTo>
                    <a:pt x="4729" y="4212"/>
                    <a:pt x="5621" y="1678"/>
                    <a:pt x="6192" y="1"/>
                  </a:cubicBezTo>
                  <a:close/>
                </a:path>
              </a:pathLst>
            </a:custGeom>
            <a:solidFill>
              <a:srgbClr val="F5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 name="Google Shape;644;p64"/>
          <p:cNvGrpSpPr/>
          <p:nvPr/>
        </p:nvGrpSpPr>
        <p:grpSpPr>
          <a:xfrm>
            <a:off x="7876502" y="539536"/>
            <a:ext cx="554165" cy="572704"/>
            <a:chOff x="4698775" y="1609625"/>
            <a:chExt cx="624975" cy="624950"/>
          </a:xfrm>
        </p:grpSpPr>
        <p:sp>
          <p:nvSpPr>
            <p:cNvPr id="645" name="Google Shape;645;p64"/>
            <p:cNvSpPr/>
            <p:nvPr/>
          </p:nvSpPr>
          <p:spPr>
            <a:xfrm>
              <a:off x="4715275" y="1626125"/>
              <a:ext cx="591950" cy="592400"/>
            </a:xfrm>
            <a:custGeom>
              <a:rect b="b" l="l" r="r" t="t"/>
              <a:pathLst>
                <a:path extrusionOk="0" h="23696" w="23678">
                  <a:moveTo>
                    <a:pt x="11848" y="0"/>
                  </a:moveTo>
                  <a:cubicBezTo>
                    <a:pt x="5300" y="0"/>
                    <a:pt x="1" y="5300"/>
                    <a:pt x="1" y="11848"/>
                  </a:cubicBezTo>
                  <a:cubicBezTo>
                    <a:pt x="1" y="18378"/>
                    <a:pt x="5300" y="23695"/>
                    <a:pt x="11848" y="23695"/>
                  </a:cubicBezTo>
                  <a:cubicBezTo>
                    <a:pt x="18379" y="23695"/>
                    <a:pt x="23678" y="18378"/>
                    <a:pt x="23678" y="11848"/>
                  </a:cubicBezTo>
                  <a:cubicBezTo>
                    <a:pt x="23678" y="5300"/>
                    <a:pt x="18379" y="0"/>
                    <a:pt x="118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4"/>
            <p:cNvSpPr/>
            <p:nvPr/>
          </p:nvSpPr>
          <p:spPr>
            <a:xfrm>
              <a:off x="4698775" y="1609625"/>
              <a:ext cx="624975" cy="624950"/>
            </a:xfrm>
            <a:custGeom>
              <a:rect b="b" l="l" r="r" t="t"/>
              <a:pathLst>
                <a:path extrusionOk="0" h="24998" w="24999">
                  <a:moveTo>
                    <a:pt x="12508" y="1321"/>
                  </a:moveTo>
                  <a:cubicBezTo>
                    <a:pt x="14364" y="1321"/>
                    <a:pt x="16130" y="1785"/>
                    <a:pt x="17683" y="2587"/>
                  </a:cubicBezTo>
                  <a:cubicBezTo>
                    <a:pt x="16666" y="6852"/>
                    <a:pt x="14524" y="11045"/>
                    <a:pt x="12223" y="14631"/>
                  </a:cubicBezTo>
                  <a:cubicBezTo>
                    <a:pt x="11063" y="13650"/>
                    <a:pt x="10296" y="12098"/>
                    <a:pt x="9992" y="10117"/>
                  </a:cubicBezTo>
                  <a:cubicBezTo>
                    <a:pt x="9903" y="9510"/>
                    <a:pt x="9867" y="8904"/>
                    <a:pt x="9867" y="8261"/>
                  </a:cubicBezTo>
                  <a:cubicBezTo>
                    <a:pt x="9867" y="6067"/>
                    <a:pt x="10403" y="3694"/>
                    <a:pt x="11420" y="1392"/>
                  </a:cubicBezTo>
                  <a:cubicBezTo>
                    <a:pt x="11420" y="1392"/>
                    <a:pt x="11420" y="1374"/>
                    <a:pt x="11420" y="1374"/>
                  </a:cubicBezTo>
                  <a:cubicBezTo>
                    <a:pt x="11777" y="1338"/>
                    <a:pt x="12133" y="1321"/>
                    <a:pt x="12508" y="1321"/>
                  </a:cubicBezTo>
                  <a:close/>
                  <a:moveTo>
                    <a:pt x="18646" y="3158"/>
                  </a:moveTo>
                  <a:cubicBezTo>
                    <a:pt x="21073" y="4764"/>
                    <a:pt x="22839" y="7262"/>
                    <a:pt x="23446" y="10188"/>
                  </a:cubicBezTo>
                  <a:cubicBezTo>
                    <a:pt x="22322" y="11901"/>
                    <a:pt x="20948" y="13311"/>
                    <a:pt x="19449" y="14310"/>
                  </a:cubicBezTo>
                  <a:cubicBezTo>
                    <a:pt x="18038" y="15254"/>
                    <a:pt x="16620" y="15734"/>
                    <a:pt x="15313" y="15734"/>
                  </a:cubicBezTo>
                  <a:cubicBezTo>
                    <a:pt x="14620" y="15734"/>
                    <a:pt x="13959" y="15599"/>
                    <a:pt x="13347" y="15327"/>
                  </a:cubicBezTo>
                  <a:cubicBezTo>
                    <a:pt x="13258" y="15291"/>
                    <a:pt x="13186" y="15256"/>
                    <a:pt x="13097" y="15220"/>
                  </a:cubicBezTo>
                  <a:cubicBezTo>
                    <a:pt x="15434" y="11634"/>
                    <a:pt x="17575" y="7423"/>
                    <a:pt x="18646" y="3158"/>
                  </a:cubicBezTo>
                  <a:close/>
                  <a:moveTo>
                    <a:pt x="10171" y="1553"/>
                  </a:moveTo>
                  <a:cubicBezTo>
                    <a:pt x="8975" y="4514"/>
                    <a:pt x="8529" y="7601"/>
                    <a:pt x="8940" y="10278"/>
                  </a:cubicBezTo>
                  <a:cubicBezTo>
                    <a:pt x="9279" y="12579"/>
                    <a:pt x="10224" y="14399"/>
                    <a:pt x="11616" y="15523"/>
                  </a:cubicBezTo>
                  <a:cubicBezTo>
                    <a:pt x="11295" y="16005"/>
                    <a:pt x="10974" y="16451"/>
                    <a:pt x="10653" y="16897"/>
                  </a:cubicBezTo>
                  <a:cubicBezTo>
                    <a:pt x="8636" y="15541"/>
                    <a:pt x="7155" y="14060"/>
                    <a:pt x="6103" y="12758"/>
                  </a:cubicBezTo>
                  <a:cubicBezTo>
                    <a:pt x="4069" y="10206"/>
                    <a:pt x="3248" y="7797"/>
                    <a:pt x="2945" y="6673"/>
                  </a:cubicBezTo>
                  <a:cubicBezTo>
                    <a:pt x="4533" y="4104"/>
                    <a:pt x="7120" y="2213"/>
                    <a:pt x="10171" y="1553"/>
                  </a:cubicBezTo>
                  <a:close/>
                  <a:moveTo>
                    <a:pt x="2249" y="8047"/>
                  </a:moveTo>
                  <a:cubicBezTo>
                    <a:pt x="2713" y="9385"/>
                    <a:pt x="3605" y="11312"/>
                    <a:pt x="5228" y="13364"/>
                  </a:cubicBezTo>
                  <a:cubicBezTo>
                    <a:pt x="6549" y="15042"/>
                    <a:pt x="8155" y="16523"/>
                    <a:pt x="10010" y="17772"/>
                  </a:cubicBezTo>
                  <a:cubicBezTo>
                    <a:pt x="9707" y="18200"/>
                    <a:pt x="9386" y="18610"/>
                    <a:pt x="9082" y="18985"/>
                  </a:cubicBezTo>
                  <a:cubicBezTo>
                    <a:pt x="7976" y="18432"/>
                    <a:pt x="6656" y="17932"/>
                    <a:pt x="5103" y="17575"/>
                  </a:cubicBezTo>
                  <a:cubicBezTo>
                    <a:pt x="3962" y="17308"/>
                    <a:pt x="2998" y="17040"/>
                    <a:pt x="2159" y="16772"/>
                  </a:cubicBezTo>
                  <a:cubicBezTo>
                    <a:pt x="1606" y="15452"/>
                    <a:pt x="1303" y="14007"/>
                    <a:pt x="1303" y="12508"/>
                  </a:cubicBezTo>
                  <a:cubicBezTo>
                    <a:pt x="1303" y="10920"/>
                    <a:pt x="1642" y="9403"/>
                    <a:pt x="2249" y="8047"/>
                  </a:cubicBezTo>
                  <a:close/>
                  <a:moveTo>
                    <a:pt x="23660" y="11741"/>
                  </a:moveTo>
                  <a:cubicBezTo>
                    <a:pt x="23678" y="11991"/>
                    <a:pt x="23696" y="12258"/>
                    <a:pt x="23696" y="12508"/>
                  </a:cubicBezTo>
                  <a:cubicBezTo>
                    <a:pt x="23696" y="15809"/>
                    <a:pt x="22250" y="18771"/>
                    <a:pt x="19984" y="20823"/>
                  </a:cubicBezTo>
                  <a:cubicBezTo>
                    <a:pt x="16505" y="20002"/>
                    <a:pt x="13739" y="18806"/>
                    <a:pt x="11563" y="17486"/>
                  </a:cubicBezTo>
                  <a:cubicBezTo>
                    <a:pt x="11884" y="17040"/>
                    <a:pt x="12187" y="16594"/>
                    <a:pt x="12508" y="16112"/>
                  </a:cubicBezTo>
                  <a:cubicBezTo>
                    <a:pt x="12633" y="16184"/>
                    <a:pt x="12776" y="16255"/>
                    <a:pt x="12901" y="16308"/>
                  </a:cubicBezTo>
                  <a:cubicBezTo>
                    <a:pt x="13658" y="16646"/>
                    <a:pt x="14468" y="16813"/>
                    <a:pt x="15309" y="16813"/>
                  </a:cubicBezTo>
                  <a:cubicBezTo>
                    <a:pt x="16827" y="16813"/>
                    <a:pt x="18449" y="16270"/>
                    <a:pt x="20056" y="15202"/>
                  </a:cubicBezTo>
                  <a:cubicBezTo>
                    <a:pt x="21376" y="14328"/>
                    <a:pt x="22589" y="13150"/>
                    <a:pt x="23660" y="11741"/>
                  </a:cubicBezTo>
                  <a:close/>
                  <a:moveTo>
                    <a:pt x="2820" y="18093"/>
                  </a:moveTo>
                  <a:cubicBezTo>
                    <a:pt x="3426" y="18271"/>
                    <a:pt x="4104" y="18450"/>
                    <a:pt x="4854" y="18628"/>
                  </a:cubicBezTo>
                  <a:cubicBezTo>
                    <a:pt x="6228" y="18931"/>
                    <a:pt x="7387" y="19377"/>
                    <a:pt x="8387" y="19859"/>
                  </a:cubicBezTo>
                  <a:cubicBezTo>
                    <a:pt x="7726" y="20644"/>
                    <a:pt x="7102" y="21340"/>
                    <a:pt x="6531" y="21965"/>
                  </a:cubicBezTo>
                  <a:cubicBezTo>
                    <a:pt x="4996" y="20983"/>
                    <a:pt x="3712" y="19663"/>
                    <a:pt x="2820" y="18093"/>
                  </a:cubicBezTo>
                  <a:close/>
                  <a:moveTo>
                    <a:pt x="10920" y="18360"/>
                  </a:moveTo>
                  <a:cubicBezTo>
                    <a:pt x="11170" y="18521"/>
                    <a:pt x="11438" y="18681"/>
                    <a:pt x="11705" y="18842"/>
                  </a:cubicBezTo>
                  <a:cubicBezTo>
                    <a:pt x="13846" y="20038"/>
                    <a:pt x="16255" y="20983"/>
                    <a:pt x="18914" y="21661"/>
                  </a:cubicBezTo>
                  <a:cubicBezTo>
                    <a:pt x="17486" y="22660"/>
                    <a:pt x="15827" y="23338"/>
                    <a:pt x="14043" y="23588"/>
                  </a:cubicBezTo>
                  <a:lnTo>
                    <a:pt x="14168" y="23517"/>
                  </a:lnTo>
                  <a:cubicBezTo>
                    <a:pt x="14114" y="23392"/>
                    <a:pt x="12990" y="21304"/>
                    <a:pt x="10028" y="19520"/>
                  </a:cubicBezTo>
                  <a:cubicBezTo>
                    <a:pt x="10331" y="19145"/>
                    <a:pt x="10617" y="18753"/>
                    <a:pt x="10920" y="18360"/>
                  </a:cubicBezTo>
                  <a:close/>
                  <a:moveTo>
                    <a:pt x="9350" y="20377"/>
                  </a:moveTo>
                  <a:cubicBezTo>
                    <a:pt x="11473" y="21626"/>
                    <a:pt x="12580" y="23053"/>
                    <a:pt x="13008" y="23677"/>
                  </a:cubicBezTo>
                  <a:cubicBezTo>
                    <a:pt x="12847" y="23695"/>
                    <a:pt x="12669" y="23695"/>
                    <a:pt x="12508" y="23695"/>
                  </a:cubicBezTo>
                  <a:cubicBezTo>
                    <a:pt x="10706" y="23695"/>
                    <a:pt x="8993" y="23267"/>
                    <a:pt x="7494" y="22500"/>
                  </a:cubicBezTo>
                  <a:cubicBezTo>
                    <a:pt x="8065" y="21875"/>
                    <a:pt x="8690" y="21162"/>
                    <a:pt x="9350" y="20377"/>
                  </a:cubicBezTo>
                  <a:close/>
                  <a:moveTo>
                    <a:pt x="12508" y="0"/>
                  </a:moveTo>
                  <a:cubicBezTo>
                    <a:pt x="5603" y="0"/>
                    <a:pt x="0" y="5621"/>
                    <a:pt x="0" y="12508"/>
                  </a:cubicBezTo>
                  <a:cubicBezTo>
                    <a:pt x="0" y="19395"/>
                    <a:pt x="5603" y="24998"/>
                    <a:pt x="12508" y="24998"/>
                  </a:cubicBezTo>
                  <a:cubicBezTo>
                    <a:pt x="19395" y="24998"/>
                    <a:pt x="24998" y="19395"/>
                    <a:pt x="24998" y="12508"/>
                  </a:cubicBezTo>
                  <a:cubicBezTo>
                    <a:pt x="24998" y="5621"/>
                    <a:pt x="19395" y="0"/>
                    <a:pt x="125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7" name="Google Shape;647;p64"/>
          <p:cNvSpPr txBox="1"/>
          <p:nvPr>
            <p:ph idx="1" type="subTitle"/>
          </p:nvPr>
        </p:nvSpPr>
        <p:spPr>
          <a:xfrm>
            <a:off x="4761025" y="3919400"/>
            <a:ext cx="3547800" cy="69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Average Money Lines of Teams</a:t>
            </a:r>
            <a:endParaRPr/>
          </a:p>
        </p:txBody>
      </p:sp>
      <p:pic>
        <p:nvPicPr>
          <p:cNvPr id="648" name="Google Shape;648;p64"/>
          <p:cNvPicPr preferRelativeResize="0"/>
          <p:nvPr/>
        </p:nvPicPr>
        <p:blipFill>
          <a:blip r:embed="rId3">
            <a:alphaModFix/>
          </a:blip>
          <a:stretch>
            <a:fillRect/>
          </a:stretch>
        </p:blipFill>
        <p:spPr>
          <a:xfrm>
            <a:off x="1169200" y="1572838"/>
            <a:ext cx="2705100" cy="1885950"/>
          </a:xfrm>
          <a:prstGeom prst="rect">
            <a:avLst/>
          </a:prstGeom>
          <a:noFill/>
          <a:ln>
            <a:noFill/>
          </a:ln>
        </p:spPr>
      </p:pic>
      <p:pic>
        <p:nvPicPr>
          <p:cNvPr id="649" name="Google Shape;649;p64"/>
          <p:cNvPicPr preferRelativeResize="0"/>
          <p:nvPr/>
        </p:nvPicPr>
        <p:blipFill>
          <a:blip r:embed="rId4">
            <a:alphaModFix/>
          </a:blip>
          <a:stretch>
            <a:fillRect/>
          </a:stretch>
        </p:blipFill>
        <p:spPr>
          <a:xfrm>
            <a:off x="4996638" y="1633538"/>
            <a:ext cx="3076575" cy="1876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cxnSp>
        <p:nvCxnSpPr>
          <p:cNvPr id="654" name="Google Shape;654;p65"/>
          <p:cNvCxnSpPr>
            <a:stCxn id="655" idx="2"/>
            <a:endCxn id="656" idx="2"/>
          </p:cNvCxnSpPr>
          <p:nvPr/>
        </p:nvCxnSpPr>
        <p:spPr>
          <a:xfrm rot="10800000">
            <a:off x="4572000" y="1112225"/>
            <a:ext cx="0" cy="3491700"/>
          </a:xfrm>
          <a:prstGeom prst="straightConnector1">
            <a:avLst/>
          </a:prstGeom>
          <a:noFill/>
          <a:ln cap="flat" cmpd="sng" w="38100">
            <a:solidFill>
              <a:schemeClr val="accent1"/>
            </a:solidFill>
            <a:prstDash val="dash"/>
            <a:round/>
            <a:headEnd len="med" w="med" type="none"/>
            <a:tailEnd len="med" w="med" type="none"/>
          </a:ln>
        </p:spPr>
      </p:cxnSp>
      <p:sp>
        <p:nvSpPr>
          <p:cNvPr id="656" name="Google Shape;656;p65"/>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Proportional Metrics</a:t>
            </a:r>
            <a:endParaRPr/>
          </a:p>
        </p:txBody>
      </p:sp>
      <p:sp>
        <p:nvSpPr>
          <p:cNvPr id="657" name="Google Shape;657;p65"/>
          <p:cNvSpPr txBox="1"/>
          <p:nvPr>
            <p:ph idx="1" type="subTitle"/>
          </p:nvPr>
        </p:nvSpPr>
        <p:spPr>
          <a:xfrm>
            <a:off x="835175" y="3919400"/>
            <a:ext cx="3547800" cy="69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Histogram of 3-Point Field Goal Percentage</a:t>
            </a:r>
            <a:endParaRPr/>
          </a:p>
        </p:txBody>
      </p:sp>
      <p:grpSp>
        <p:nvGrpSpPr>
          <p:cNvPr id="658" name="Google Shape;658;p65"/>
          <p:cNvGrpSpPr/>
          <p:nvPr/>
        </p:nvGrpSpPr>
        <p:grpSpPr>
          <a:xfrm>
            <a:off x="713256" y="610017"/>
            <a:ext cx="712265" cy="431718"/>
            <a:chOff x="1681125" y="2722100"/>
            <a:chExt cx="995200" cy="870750"/>
          </a:xfrm>
        </p:grpSpPr>
        <p:sp>
          <p:nvSpPr>
            <p:cNvPr id="659" name="Google Shape;659;p65"/>
            <p:cNvSpPr/>
            <p:nvPr/>
          </p:nvSpPr>
          <p:spPr>
            <a:xfrm>
              <a:off x="1681125" y="2722100"/>
              <a:ext cx="995200" cy="56225"/>
            </a:xfrm>
            <a:custGeom>
              <a:rect b="b" l="l" r="r" t="t"/>
              <a:pathLst>
                <a:path extrusionOk="0" h="2249" w="39808">
                  <a:moveTo>
                    <a:pt x="1" y="1"/>
                  </a:moveTo>
                  <a:lnTo>
                    <a:pt x="1" y="2249"/>
                  </a:lnTo>
                  <a:lnTo>
                    <a:pt x="39808" y="2249"/>
                  </a:lnTo>
                  <a:lnTo>
                    <a:pt x="39808" y="1"/>
                  </a:lnTo>
                  <a:close/>
                </a:path>
              </a:pathLst>
            </a:custGeom>
            <a:solidFill>
              <a:srgbClr val="F17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5"/>
            <p:cNvSpPr/>
            <p:nvPr/>
          </p:nvSpPr>
          <p:spPr>
            <a:xfrm>
              <a:off x="1742700" y="2778300"/>
              <a:ext cx="430475" cy="814550"/>
            </a:xfrm>
            <a:custGeom>
              <a:rect b="b" l="l" r="r" t="t"/>
              <a:pathLst>
                <a:path extrusionOk="0" h="32582" w="17219">
                  <a:moveTo>
                    <a:pt x="4265" y="6050"/>
                  </a:moveTo>
                  <a:lnTo>
                    <a:pt x="8226" y="10082"/>
                  </a:lnTo>
                  <a:lnTo>
                    <a:pt x="5674" y="12473"/>
                  </a:lnTo>
                  <a:cubicBezTo>
                    <a:pt x="5264" y="9957"/>
                    <a:pt x="4782" y="7834"/>
                    <a:pt x="4265" y="6050"/>
                  </a:cubicBezTo>
                  <a:close/>
                  <a:moveTo>
                    <a:pt x="13293" y="6781"/>
                  </a:moveTo>
                  <a:lnTo>
                    <a:pt x="16683" y="9904"/>
                  </a:lnTo>
                  <a:lnTo>
                    <a:pt x="13347" y="13811"/>
                  </a:lnTo>
                  <a:lnTo>
                    <a:pt x="9724" y="10118"/>
                  </a:lnTo>
                  <a:lnTo>
                    <a:pt x="13293" y="6781"/>
                  </a:lnTo>
                  <a:close/>
                  <a:moveTo>
                    <a:pt x="8957" y="10849"/>
                  </a:moveTo>
                  <a:lnTo>
                    <a:pt x="12669" y="14614"/>
                  </a:lnTo>
                  <a:lnTo>
                    <a:pt x="9885" y="17879"/>
                  </a:lnTo>
                  <a:lnTo>
                    <a:pt x="6013" y="13597"/>
                  </a:lnTo>
                  <a:lnTo>
                    <a:pt x="8957" y="10849"/>
                  </a:lnTo>
                  <a:close/>
                  <a:moveTo>
                    <a:pt x="6085" y="15256"/>
                  </a:moveTo>
                  <a:lnTo>
                    <a:pt x="9189" y="18682"/>
                  </a:lnTo>
                  <a:lnTo>
                    <a:pt x="6709" y="21573"/>
                  </a:lnTo>
                  <a:cubicBezTo>
                    <a:pt x="6549" y="19271"/>
                    <a:pt x="6334" y="17166"/>
                    <a:pt x="6085" y="15256"/>
                  </a:cubicBezTo>
                  <a:close/>
                  <a:moveTo>
                    <a:pt x="13400" y="15381"/>
                  </a:moveTo>
                  <a:lnTo>
                    <a:pt x="16701" y="18736"/>
                  </a:lnTo>
                  <a:lnTo>
                    <a:pt x="13703" y="22090"/>
                  </a:lnTo>
                  <a:lnTo>
                    <a:pt x="10599" y="18664"/>
                  </a:lnTo>
                  <a:lnTo>
                    <a:pt x="13400" y="15381"/>
                  </a:lnTo>
                  <a:close/>
                  <a:moveTo>
                    <a:pt x="9903" y="19467"/>
                  </a:moveTo>
                  <a:lnTo>
                    <a:pt x="12990" y="22893"/>
                  </a:lnTo>
                  <a:lnTo>
                    <a:pt x="9814" y="26462"/>
                  </a:lnTo>
                  <a:lnTo>
                    <a:pt x="6941" y="22947"/>
                  </a:lnTo>
                  <a:lnTo>
                    <a:pt x="9903" y="19467"/>
                  </a:lnTo>
                  <a:close/>
                  <a:moveTo>
                    <a:pt x="6888" y="24535"/>
                  </a:moveTo>
                  <a:lnTo>
                    <a:pt x="9100" y="27264"/>
                  </a:lnTo>
                  <a:lnTo>
                    <a:pt x="7030" y="29602"/>
                  </a:lnTo>
                  <a:cubicBezTo>
                    <a:pt x="6995" y="27818"/>
                    <a:pt x="6959" y="26140"/>
                    <a:pt x="6888" y="24535"/>
                  </a:cubicBezTo>
                  <a:close/>
                  <a:moveTo>
                    <a:pt x="13703" y="23678"/>
                  </a:moveTo>
                  <a:lnTo>
                    <a:pt x="16719" y="26997"/>
                  </a:lnTo>
                  <a:lnTo>
                    <a:pt x="13471" y="30904"/>
                  </a:lnTo>
                  <a:lnTo>
                    <a:pt x="10492" y="27282"/>
                  </a:lnTo>
                  <a:lnTo>
                    <a:pt x="13703" y="23678"/>
                  </a:lnTo>
                  <a:close/>
                  <a:moveTo>
                    <a:pt x="0" y="1"/>
                  </a:moveTo>
                  <a:cubicBezTo>
                    <a:pt x="1820" y="2802"/>
                    <a:pt x="5442" y="10867"/>
                    <a:pt x="5442" y="31796"/>
                  </a:cubicBezTo>
                  <a:cubicBezTo>
                    <a:pt x="5442" y="32225"/>
                    <a:pt x="5799" y="32564"/>
                    <a:pt x="6245" y="32564"/>
                  </a:cubicBezTo>
                  <a:cubicBezTo>
                    <a:pt x="6673" y="32564"/>
                    <a:pt x="7030" y="32189"/>
                    <a:pt x="7030" y="31761"/>
                  </a:cubicBezTo>
                  <a:cubicBezTo>
                    <a:pt x="7030" y="31565"/>
                    <a:pt x="7030" y="31368"/>
                    <a:pt x="7030" y="31190"/>
                  </a:cubicBezTo>
                  <a:lnTo>
                    <a:pt x="9778" y="28085"/>
                  </a:lnTo>
                  <a:lnTo>
                    <a:pt x="13471" y="32582"/>
                  </a:lnTo>
                  <a:lnTo>
                    <a:pt x="17218" y="27996"/>
                  </a:lnTo>
                  <a:lnTo>
                    <a:pt x="17201" y="27978"/>
                  </a:lnTo>
                  <a:lnTo>
                    <a:pt x="17201" y="26051"/>
                  </a:lnTo>
                  <a:lnTo>
                    <a:pt x="17218" y="26033"/>
                  </a:lnTo>
                  <a:lnTo>
                    <a:pt x="14399" y="22875"/>
                  </a:lnTo>
                  <a:lnTo>
                    <a:pt x="17218" y="19664"/>
                  </a:lnTo>
                  <a:lnTo>
                    <a:pt x="17201" y="19664"/>
                  </a:lnTo>
                  <a:lnTo>
                    <a:pt x="17201" y="17826"/>
                  </a:lnTo>
                  <a:lnTo>
                    <a:pt x="17218" y="17808"/>
                  </a:lnTo>
                  <a:lnTo>
                    <a:pt x="14078" y="14561"/>
                  </a:lnTo>
                  <a:lnTo>
                    <a:pt x="17218" y="10849"/>
                  </a:lnTo>
                  <a:lnTo>
                    <a:pt x="17201" y="10831"/>
                  </a:lnTo>
                  <a:lnTo>
                    <a:pt x="17201" y="9029"/>
                  </a:lnTo>
                  <a:lnTo>
                    <a:pt x="17218" y="9011"/>
                  </a:lnTo>
                  <a:lnTo>
                    <a:pt x="13775" y="5871"/>
                  </a:lnTo>
                  <a:cubicBezTo>
                    <a:pt x="13703" y="4140"/>
                    <a:pt x="12918" y="1678"/>
                    <a:pt x="12330" y="1"/>
                  </a:cubicBezTo>
                  <a:lnTo>
                    <a:pt x="11205" y="1"/>
                  </a:lnTo>
                  <a:cubicBezTo>
                    <a:pt x="11776" y="1678"/>
                    <a:pt x="12669" y="4194"/>
                    <a:pt x="12740" y="5889"/>
                  </a:cubicBezTo>
                  <a:lnTo>
                    <a:pt x="8993" y="9386"/>
                  </a:lnTo>
                  <a:lnTo>
                    <a:pt x="3569" y="3891"/>
                  </a:lnTo>
                  <a:cubicBezTo>
                    <a:pt x="2962" y="2178"/>
                    <a:pt x="2373" y="840"/>
                    <a:pt x="1838" y="1"/>
                  </a:cubicBezTo>
                  <a:close/>
                </a:path>
              </a:pathLst>
            </a:custGeom>
            <a:solidFill>
              <a:srgbClr val="F5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5"/>
            <p:cNvSpPr/>
            <p:nvPr/>
          </p:nvSpPr>
          <p:spPr>
            <a:xfrm>
              <a:off x="2172700" y="2778300"/>
              <a:ext cx="435375" cy="814550"/>
            </a:xfrm>
            <a:custGeom>
              <a:rect b="b" l="l" r="r" t="t"/>
              <a:pathLst>
                <a:path extrusionOk="0" h="32582" w="17415">
                  <a:moveTo>
                    <a:pt x="13115" y="6050"/>
                  </a:moveTo>
                  <a:cubicBezTo>
                    <a:pt x="12615" y="7834"/>
                    <a:pt x="12134" y="9957"/>
                    <a:pt x="11705" y="12473"/>
                  </a:cubicBezTo>
                  <a:lnTo>
                    <a:pt x="9172" y="10082"/>
                  </a:lnTo>
                  <a:lnTo>
                    <a:pt x="13115" y="6050"/>
                  </a:lnTo>
                  <a:close/>
                  <a:moveTo>
                    <a:pt x="4104" y="6781"/>
                  </a:moveTo>
                  <a:lnTo>
                    <a:pt x="7655" y="10118"/>
                  </a:lnTo>
                  <a:lnTo>
                    <a:pt x="4033" y="13811"/>
                  </a:lnTo>
                  <a:lnTo>
                    <a:pt x="696" y="9904"/>
                  </a:lnTo>
                  <a:lnTo>
                    <a:pt x="4104" y="6781"/>
                  </a:lnTo>
                  <a:close/>
                  <a:moveTo>
                    <a:pt x="8422" y="10849"/>
                  </a:moveTo>
                  <a:lnTo>
                    <a:pt x="11366" y="13597"/>
                  </a:lnTo>
                  <a:lnTo>
                    <a:pt x="7512" y="17879"/>
                  </a:lnTo>
                  <a:lnTo>
                    <a:pt x="4729" y="14614"/>
                  </a:lnTo>
                  <a:lnTo>
                    <a:pt x="8422" y="10849"/>
                  </a:lnTo>
                  <a:close/>
                  <a:moveTo>
                    <a:pt x="11295" y="15256"/>
                  </a:moveTo>
                  <a:cubicBezTo>
                    <a:pt x="11045" y="17166"/>
                    <a:pt x="10849" y="19271"/>
                    <a:pt x="10688" y="21573"/>
                  </a:cubicBezTo>
                  <a:lnTo>
                    <a:pt x="8208" y="18682"/>
                  </a:lnTo>
                  <a:lnTo>
                    <a:pt x="11295" y="15256"/>
                  </a:lnTo>
                  <a:close/>
                  <a:moveTo>
                    <a:pt x="3979" y="15381"/>
                  </a:moveTo>
                  <a:lnTo>
                    <a:pt x="6799" y="18664"/>
                  </a:lnTo>
                  <a:lnTo>
                    <a:pt x="3694" y="22090"/>
                  </a:lnTo>
                  <a:lnTo>
                    <a:pt x="696" y="18736"/>
                  </a:lnTo>
                  <a:lnTo>
                    <a:pt x="3979" y="15381"/>
                  </a:lnTo>
                  <a:close/>
                  <a:moveTo>
                    <a:pt x="7494" y="19467"/>
                  </a:moveTo>
                  <a:lnTo>
                    <a:pt x="10456" y="22947"/>
                  </a:lnTo>
                  <a:lnTo>
                    <a:pt x="7566" y="26462"/>
                  </a:lnTo>
                  <a:lnTo>
                    <a:pt x="4390" y="22893"/>
                  </a:lnTo>
                  <a:lnTo>
                    <a:pt x="7494" y="19467"/>
                  </a:lnTo>
                  <a:close/>
                  <a:moveTo>
                    <a:pt x="10510" y="24535"/>
                  </a:moveTo>
                  <a:lnTo>
                    <a:pt x="10510" y="24535"/>
                  </a:lnTo>
                  <a:cubicBezTo>
                    <a:pt x="10439" y="26140"/>
                    <a:pt x="10385" y="27818"/>
                    <a:pt x="10367" y="29602"/>
                  </a:cubicBezTo>
                  <a:lnTo>
                    <a:pt x="8280" y="27264"/>
                  </a:lnTo>
                  <a:lnTo>
                    <a:pt x="10510" y="24535"/>
                  </a:lnTo>
                  <a:close/>
                  <a:moveTo>
                    <a:pt x="3676" y="23678"/>
                  </a:moveTo>
                  <a:lnTo>
                    <a:pt x="6888" y="27282"/>
                  </a:lnTo>
                  <a:lnTo>
                    <a:pt x="3926" y="30922"/>
                  </a:lnTo>
                  <a:lnTo>
                    <a:pt x="679" y="26997"/>
                  </a:lnTo>
                  <a:lnTo>
                    <a:pt x="3676" y="23678"/>
                  </a:lnTo>
                  <a:close/>
                  <a:moveTo>
                    <a:pt x="5068" y="1"/>
                  </a:moveTo>
                  <a:cubicBezTo>
                    <a:pt x="4479" y="1678"/>
                    <a:pt x="3605" y="4140"/>
                    <a:pt x="3533" y="5871"/>
                  </a:cubicBezTo>
                  <a:lnTo>
                    <a:pt x="18" y="9011"/>
                  </a:lnTo>
                  <a:lnTo>
                    <a:pt x="1" y="9029"/>
                  </a:lnTo>
                  <a:lnTo>
                    <a:pt x="1" y="10831"/>
                  </a:lnTo>
                  <a:lnTo>
                    <a:pt x="18" y="10849"/>
                  </a:lnTo>
                  <a:lnTo>
                    <a:pt x="3194" y="14561"/>
                  </a:lnTo>
                  <a:lnTo>
                    <a:pt x="18" y="17808"/>
                  </a:lnTo>
                  <a:lnTo>
                    <a:pt x="1" y="17826"/>
                  </a:lnTo>
                  <a:lnTo>
                    <a:pt x="1" y="19664"/>
                  </a:lnTo>
                  <a:lnTo>
                    <a:pt x="18" y="19664"/>
                  </a:lnTo>
                  <a:lnTo>
                    <a:pt x="2873" y="22875"/>
                  </a:lnTo>
                  <a:lnTo>
                    <a:pt x="18" y="26033"/>
                  </a:lnTo>
                  <a:lnTo>
                    <a:pt x="1" y="26051"/>
                  </a:lnTo>
                  <a:lnTo>
                    <a:pt x="1" y="27978"/>
                  </a:lnTo>
                  <a:lnTo>
                    <a:pt x="18" y="27996"/>
                  </a:lnTo>
                  <a:lnTo>
                    <a:pt x="3872" y="32582"/>
                  </a:lnTo>
                  <a:lnTo>
                    <a:pt x="7602" y="28085"/>
                  </a:lnTo>
                  <a:lnTo>
                    <a:pt x="10349" y="31172"/>
                  </a:lnTo>
                  <a:cubicBezTo>
                    <a:pt x="10349" y="31368"/>
                    <a:pt x="10349" y="31547"/>
                    <a:pt x="10349" y="31743"/>
                  </a:cubicBezTo>
                  <a:cubicBezTo>
                    <a:pt x="10349" y="32189"/>
                    <a:pt x="10706" y="32546"/>
                    <a:pt x="11152" y="32546"/>
                  </a:cubicBezTo>
                  <a:cubicBezTo>
                    <a:pt x="11580" y="32546"/>
                    <a:pt x="11937" y="32225"/>
                    <a:pt x="11937" y="31796"/>
                  </a:cubicBezTo>
                  <a:cubicBezTo>
                    <a:pt x="11937" y="10992"/>
                    <a:pt x="15613" y="2802"/>
                    <a:pt x="17415" y="1"/>
                  </a:cubicBezTo>
                  <a:lnTo>
                    <a:pt x="15559" y="1"/>
                  </a:lnTo>
                  <a:cubicBezTo>
                    <a:pt x="15024" y="840"/>
                    <a:pt x="14417" y="2178"/>
                    <a:pt x="13829" y="3873"/>
                  </a:cubicBezTo>
                  <a:lnTo>
                    <a:pt x="8404" y="9386"/>
                  </a:lnTo>
                  <a:lnTo>
                    <a:pt x="4657" y="5907"/>
                  </a:lnTo>
                  <a:cubicBezTo>
                    <a:pt x="4729" y="4212"/>
                    <a:pt x="5621" y="1678"/>
                    <a:pt x="6192" y="1"/>
                  </a:cubicBezTo>
                  <a:close/>
                </a:path>
              </a:pathLst>
            </a:custGeom>
            <a:solidFill>
              <a:srgbClr val="F5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 name="Google Shape;662;p65"/>
          <p:cNvGrpSpPr/>
          <p:nvPr/>
        </p:nvGrpSpPr>
        <p:grpSpPr>
          <a:xfrm>
            <a:off x="7876502" y="539536"/>
            <a:ext cx="554165" cy="572704"/>
            <a:chOff x="4698775" y="1609625"/>
            <a:chExt cx="624975" cy="624950"/>
          </a:xfrm>
        </p:grpSpPr>
        <p:sp>
          <p:nvSpPr>
            <p:cNvPr id="663" name="Google Shape;663;p65"/>
            <p:cNvSpPr/>
            <p:nvPr/>
          </p:nvSpPr>
          <p:spPr>
            <a:xfrm>
              <a:off x="4715275" y="1626125"/>
              <a:ext cx="591950" cy="592400"/>
            </a:xfrm>
            <a:custGeom>
              <a:rect b="b" l="l" r="r" t="t"/>
              <a:pathLst>
                <a:path extrusionOk="0" h="23696" w="23678">
                  <a:moveTo>
                    <a:pt x="11848" y="0"/>
                  </a:moveTo>
                  <a:cubicBezTo>
                    <a:pt x="5300" y="0"/>
                    <a:pt x="1" y="5300"/>
                    <a:pt x="1" y="11848"/>
                  </a:cubicBezTo>
                  <a:cubicBezTo>
                    <a:pt x="1" y="18378"/>
                    <a:pt x="5300" y="23695"/>
                    <a:pt x="11848" y="23695"/>
                  </a:cubicBezTo>
                  <a:cubicBezTo>
                    <a:pt x="18379" y="23695"/>
                    <a:pt x="23678" y="18378"/>
                    <a:pt x="23678" y="11848"/>
                  </a:cubicBezTo>
                  <a:cubicBezTo>
                    <a:pt x="23678" y="5300"/>
                    <a:pt x="18379" y="0"/>
                    <a:pt x="118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5"/>
            <p:cNvSpPr/>
            <p:nvPr/>
          </p:nvSpPr>
          <p:spPr>
            <a:xfrm>
              <a:off x="4698775" y="1609625"/>
              <a:ext cx="624975" cy="624950"/>
            </a:xfrm>
            <a:custGeom>
              <a:rect b="b" l="l" r="r" t="t"/>
              <a:pathLst>
                <a:path extrusionOk="0" h="24998" w="24999">
                  <a:moveTo>
                    <a:pt x="12508" y="1321"/>
                  </a:moveTo>
                  <a:cubicBezTo>
                    <a:pt x="14364" y="1321"/>
                    <a:pt x="16130" y="1785"/>
                    <a:pt x="17683" y="2587"/>
                  </a:cubicBezTo>
                  <a:cubicBezTo>
                    <a:pt x="16666" y="6852"/>
                    <a:pt x="14524" y="11045"/>
                    <a:pt x="12223" y="14631"/>
                  </a:cubicBezTo>
                  <a:cubicBezTo>
                    <a:pt x="11063" y="13650"/>
                    <a:pt x="10296" y="12098"/>
                    <a:pt x="9992" y="10117"/>
                  </a:cubicBezTo>
                  <a:cubicBezTo>
                    <a:pt x="9903" y="9510"/>
                    <a:pt x="9867" y="8904"/>
                    <a:pt x="9867" y="8261"/>
                  </a:cubicBezTo>
                  <a:cubicBezTo>
                    <a:pt x="9867" y="6067"/>
                    <a:pt x="10403" y="3694"/>
                    <a:pt x="11420" y="1392"/>
                  </a:cubicBezTo>
                  <a:cubicBezTo>
                    <a:pt x="11420" y="1392"/>
                    <a:pt x="11420" y="1374"/>
                    <a:pt x="11420" y="1374"/>
                  </a:cubicBezTo>
                  <a:cubicBezTo>
                    <a:pt x="11777" y="1338"/>
                    <a:pt x="12133" y="1321"/>
                    <a:pt x="12508" y="1321"/>
                  </a:cubicBezTo>
                  <a:close/>
                  <a:moveTo>
                    <a:pt x="18646" y="3158"/>
                  </a:moveTo>
                  <a:cubicBezTo>
                    <a:pt x="21073" y="4764"/>
                    <a:pt x="22839" y="7262"/>
                    <a:pt x="23446" y="10188"/>
                  </a:cubicBezTo>
                  <a:cubicBezTo>
                    <a:pt x="22322" y="11901"/>
                    <a:pt x="20948" y="13311"/>
                    <a:pt x="19449" y="14310"/>
                  </a:cubicBezTo>
                  <a:cubicBezTo>
                    <a:pt x="18038" y="15254"/>
                    <a:pt x="16620" y="15734"/>
                    <a:pt x="15313" y="15734"/>
                  </a:cubicBezTo>
                  <a:cubicBezTo>
                    <a:pt x="14620" y="15734"/>
                    <a:pt x="13959" y="15599"/>
                    <a:pt x="13347" y="15327"/>
                  </a:cubicBezTo>
                  <a:cubicBezTo>
                    <a:pt x="13258" y="15291"/>
                    <a:pt x="13186" y="15256"/>
                    <a:pt x="13097" y="15220"/>
                  </a:cubicBezTo>
                  <a:cubicBezTo>
                    <a:pt x="15434" y="11634"/>
                    <a:pt x="17575" y="7423"/>
                    <a:pt x="18646" y="3158"/>
                  </a:cubicBezTo>
                  <a:close/>
                  <a:moveTo>
                    <a:pt x="10171" y="1553"/>
                  </a:moveTo>
                  <a:cubicBezTo>
                    <a:pt x="8975" y="4514"/>
                    <a:pt x="8529" y="7601"/>
                    <a:pt x="8940" y="10278"/>
                  </a:cubicBezTo>
                  <a:cubicBezTo>
                    <a:pt x="9279" y="12579"/>
                    <a:pt x="10224" y="14399"/>
                    <a:pt x="11616" y="15523"/>
                  </a:cubicBezTo>
                  <a:cubicBezTo>
                    <a:pt x="11295" y="16005"/>
                    <a:pt x="10974" y="16451"/>
                    <a:pt x="10653" y="16897"/>
                  </a:cubicBezTo>
                  <a:cubicBezTo>
                    <a:pt x="8636" y="15541"/>
                    <a:pt x="7155" y="14060"/>
                    <a:pt x="6103" y="12758"/>
                  </a:cubicBezTo>
                  <a:cubicBezTo>
                    <a:pt x="4069" y="10206"/>
                    <a:pt x="3248" y="7797"/>
                    <a:pt x="2945" y="6673"/>
                  </a:cubicBezTo>
                  <a:cubicBezTo>
                    <a:pt x="4533" y="4104"/>
                    <a:pt x="7120" y="2213"/>
                    <a:pt x="10171" y="1553"/>
                  </a:cubicBezTo>
                  <a:close/>
                  <a:moveTo>
                    <a:pt x="2249" y="8047"/>
                  </a:moveTo>
                  <a:cubicBezTo>
                    <a:pt x="2713" y="9385"/>
                    <a:pt x="3605" y="11312"/>
                    <a:pt x="5228" y="13364"/>
                  </a:cubicBezTo>
                  <a:cubicBezTo>
                    <a:pt x="6549" y="15042"/>
                    <a:pt x="8155" y="16523"/>
                    <a:pt x="10010" y="17772"/>
                  </a:cubicBezTo>
                  <a:cubicBezTo>
                    <a:pt x="9707" y="18200"/>
                    <a:pt x="9386" y="18610"/>
                    <a:pt x="9082" y="18985"/>
                  </a:cubicBezTo>
                  <a:cubicBezTo>
                    <a:pt x="7976" y="18432"/>
                    <a:pt x="6656" y="17932"/>
                    <a:pt x="5103" y="17575"/>
                  </a:cubicBezTo>
                  <a:cubicBezTo>
                    <a:pt x="3962" y="17308"/>
                    <a:pt x="2998" y="17040"/>
                    <a:pt x="2159" y="16772"/>
                  </a:cubicBezTo>
                  <a:cubicBezTo>
                    <a:pt x="1606" y="15452"/>
                    <a:pt x="1303" y="14007"/>
                    <a:pt x="1303" y="12508"/>
                  </a:cubicBezTo>
                  <a:cubicBezTo>
                    <a:pt x="1303" y="10920"/>
                    <a:pt x="1642" y="9403"/>
                    <a:pt x="2249" y="8047"/>
                  </a:cubicBezTo>
                  <a:close/>
                  <a:moveTo>
                    <a:pt x="23660" y="11741"/>
                  </a:moveTo>
                  <a:cubicBezTo>
                    <a:pt x="23678" y="11991"/>
                    <a:pt x="23696" y="12258"/>
                    <a:pt x="23696" y="12508"/>
                  </a:cubicBezTo>
                  <a:cubicBezTo>
                    <a:pt x="23696" y="15809"/>
                    <a:pt x="22250" y="18771"/>
                    <a:pt x="19984" y="20823"/>
                  </a:cubicBezTo>
                  <a:cubicBezTo>
                    <a:pt x="16505" y="20002"/>
                    <a:pt x="13739" y="18806"/>
                    <a:pt x="11563" y="17486"/>
                  </a:cubicBezTo>
                  <a:cubicBezTo>
                    <a:pt x="11884" y="17040"/>
                    <a:pt x="12187" y="16594"/>
                    <a:pt x="12508" y="16112"/>
                  </a:cubicBezTo>
                  <a:cubicBezTo>
                    <a:pt x="12633" y="16184"/>
                    <a:pt x="12776" y="16255"/>
                    <a:pt x="12901" y="16308"/>
                  </a:cubicBezTo>
                  <a:cubicBezTo>
                    <a:pt x="13658" y="16646"/>
                    <a:pt x="14468" y="16813"/>
                    <a:pt x="15309" y="16813"/>
                  </a:cubicBezTo>
                  <a:cubicBezTo>
                    <a:pt x="16827" y="16813"/>
                    <a:pt x="18449" y="16270"/>
                    <a:pt x="20056" y="15202"/>
                  </a:cubicBezTo>
                  <a:cubicBezTo>
                    <a:pt x="21376" y="14328"/>
                    <a:pt x="22589" y="13150"/>
                    <a:pt x="23660" y="11741"/>
                  </a:cubicBezTo>
                  <a:close/>
                  <a:moveTo>
                    <a:pt x="2820" y="18093"/>
                  </a:moveTo>
                  <a:cubicBezTo>
                    <a:pt x="3426" y="18271"/>
                    <a:pt x="4104" y="18450"/>
                    <a:pt x="4854" y="18628"/>
                  </a:cubicBezTo>
                  <a:cubicBezTo>
                    <a:pt x="6228" y="18931"/>
                    <a:pt x="7387" y="19377"/>
                    <a:pt x="8387" y="19859"/>
                  </a:cubicBezTo>
                  <a:cubicBezTo>
                    <a:pt x="7726" y="20644"/>
                    <a:pt x="7102" y="21340"/>
                    <a:pt x="6531" y="21965"/>
                  </a:cubicBezTo>
                  <a:cubicBezTo>
                    <a:pt x="4996" y="20983"/>
                    <a:pt x="3712" y="19663"/>
                    <a:pt x="2820" y="18093"/>
                  </a:cubicBezTo>
                  <a:close/>
                  <a:moveTo>
                    <a:pt x="10920" y="18360"/>
                  </a:moveTo>
                  <a:cubicBezTo>
                    <a:pt x="11170" y="18521"/>
                    <a:pt x="11438" y="18681"/>
                    <a:pt x="11705" y="18842"/>
                  </a:cubicBezTo>
                  <a:cubicBezTo>
                    <a:pt x="13846" y="20038"/>
                    <a:pt x="16255" y="20983"/>
                    <a:pt x="18914" y="21661"/>
                  </a:cubicBezTo>
                  <a:cubicBezTo>
                    <a:pt x="17486" y="22660"/>
                    <a:pt x="15827" y="23338"/>
                    <a:pt x="14043" y="23588"/>
                  </a:cubicBezTo>
                  <a:lnTo>
                    <a:pt x="14168" y="23517"/>
                  </a:lnTo>
                  <a:cubicBezTo>
                    <a:pt x="14114" y="23392"/>
                    <a:pt x="12990" y="21304"/>
                    <a:pt x="10028" y="19520"/>
                  </a:cubicBezTo>
                  <a:cubicBezTo>
                    <a:pt x="10331" y="19145"/>
                    <a:pt x="10617" y="18753"/>
                    <a:pt x="10920" y="18360"/>
                  </a:cubicBezTo>
                  <a:close/>
                  <a:moveTo>
                    <a:pt x="9350" y="20377"/>
                  </a:moveTo>
                  <a:cubicBezTo>
                    <a:pt x="11473" y="21626"/>
                    <a:pt x="12580" y="23053"/>
                    <a:pt x="13008" y="23677"/>
                  </a:cubicBezTo>
                  <a:cubicBezTo>
                    <a:pt x="12847" y="23695"/>
                    <a:pt x="12669" y="23695"/>
                    <a:pt x="12508" y="23695"/>
                  </a:cubicBezTo>
                  <a:cubicBezTo>
                    <a:pt x="10706" y="23695"/>
                    <a:pt x="8993" y="23267"/>
                    <a:pt x="7494" y="22500"/>
                  </a:cubicBezTo>
                  <a:cubicBezTo>
                    <a:pt x="8065" y="21875"/>
                    <a:pt x="8690" y="21162"/>
                    <a:pt x="9350" y="20377"/>
                  </a:cubicBezTo>
                  <a:close/>
                  <a:moveTo>
                    <a:pt x="12508" y="0"/>
                  </a:moveTo>
                  <a:cubicBezTo>
                    <a:pt x="5603" y="0"/>
                    <a:pt x="0" y="5621"/>
                    <a:pt x="0" y="12508"/>
                  </a:cubicBezTo>
                  <a:cubicBezTo>
                    <a:pt x="0" y="19395"/>
                    <a:pt x="5603" y="24998"/>
                    <a:pt x="12508" y="24998"/>
                  </a:cubicBezTo>
                  <a:cubicBezTo>
                    <a:pt x="19395" y="24998"/>
                    <a:pt x="24998" y="19395"/>
                    <a:pt x="24998" y="12508"/>
                  </a:cubicBezTo>
                  <a:cubicBezTo>
                    <a:pt x="24998" y="5621"/>
                    <a:pt x="19395" y="0"/>
                    <a:pt x="125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5" name="Google Shape;665;p65"/>
          <p:cNvSpPr txBox="1"/>
          <p:nvPr>
            <p:ph idx="1" type="subTitle"/>
          </p:nvPr>
        </p:nvSpPr>
        <p:spPr>
          <a:xfrm>
            <a:off x="4761025" y="3919400"/>
            <a:ext cx="3547800" cy="69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Histogram of Overall Field Goal Percentage</a:t>
            </a:r>
            <a:endParaRPr/>
          </a:p>
        </p:txBody>
      </p:sp>
      <p:pic>
        <p:nvPicPr>
          <p:cNvPr id="666" name="Google Shape;666;p65"/>
          <p:cNvPicPr preferRelativeResize="0"/>
          <p:nvPr/>
        </p:nvPicPr>
        <p:blipFill>
          <a:blip r:embed="rId3">
            <a:alphaModFix/>
          </a:blip>
          <a:stretch>
            <a:fillRect/>
          </a:stretch>
        </p:blipFill>
        <p:spPr>
          <a:xfrm>
            <a:off x="1185088" y="1458738"/>
            <a:ext cx="2847975" cy="2352675"/>
          </a:xfrm>
          <a:prstGeom prst="rect">
            <a:avLst/>
          </a:prstGeom>
          <a:noFill/>
          <a:ln>
            <a:noFill/>
          </a:ln>
        </p:spPr>
      </p:pic>
      <p:pic>
        <p:nvPicPr>
          <p:cNvPr id="667" name="Google Shape;667;p65"/>
          <p:cNvPicPr preferRelativeResize="0"/>
          <p:nvPr/>
        </p:nvPicPr>
        <p:blipFill>
          <a:blip r:embed="rId4">
            <a:alphaModFix/>
          </a:blip>
          <a:stretch>
            <a:fillRect/>
          </a:stretch>
        </p:blipFill>
        <p:spPr>
          <a:xfrm>
            <a:off x="5110925" y="1453975"/>
            <a:ext cx="2781300" cy="2362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6"/>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PCA Analysis</a:t>
            </a:r>
            <a:endParaRPr/>
          </a:p>
        </p:txBody>
      </p:sp>
      <p:sp>
        <p:nvSpPr>
          <p:cNvPr id="673" name="Google Shape;673;p66"/>
          <p:cNvSpPr txBox="1"/>
          <p:nvPr>
            <p:ph idx="1" type="subTitle"/>
          </p:nvPr>
        </p:nvSpPr>
        <p:spPr>
          <a:xfrm>
            <a:off x="1425525" y="3740925"/>
            <a:ext cx="23847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Win/Loss</a:t>
            </a:r>
            <a:endParaRPr/>
          </a:p>
        </p:txBody>
      </p:sp>
      <p:sp>
        <p:nvSpPr>
          <p:cNvPr id="674" name="Google Shape;674;p66"/>
          <p:cNvSpPr txBox="1"/>
          <p:nvPr>
            <p:ph idx="3" type="subTitle"/>
          </p:nvPr>
        </p:nvSpPr>
        <p:spPr>
          <a:xfrm>
            <a:off x="5333725" y="3802450"/>
            <a:ext cx="2384700" cy="50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Over/Under</a:t>
            </a:r>
            <a:endParaRPr/>
          </a:p>
        </p:txBody>
      </p:sp>
      <p:pic>
        <p:nvPicPr>
          <p:cNvPr id="675" name="Google Shape;675;p66"/>
          <p:cNvPicPr preferRelativeResize="0"/>
          <p:nvPr/>
        </p:nvPicPr>
        <p:blipFill>
          <a:blip r:embed="rId3">
            <a:alphaModFix/>
          </a:blip>
          <a:stretch>
            <a:fillRect/>
          </a:stretch>
        </p:blipFill>
        <p:spPr>
          <a:xfrm>
            <a:off x="1367663" y="1305140"/>
            <a:ext cx="2500425" cy="2533225"/>
          </a:xfrm>
          <a:prstGeom prst="rect">
            <a:avLst/>
          </a:prstGeom>
          <a:noFill/>
          <a:ln>
            <a:noFill/>
          </a:ln>
        </p:spPr>
      </p:pic>
      <p:pic>
        <p:nvPicPr>
          <p:cNvPr id="676" name="Google Shape;676;p66"/>
          <p:cNvPicPr preferRelativeResize="0"/>
          <p:nvPr/>
        </p:nvPicPr>
        <p:blipFill>
          <a:blip r:embed="rId4">
            <a:alphaModFix/>
          </a:blip>
          <a:stretch>
            <a:fillRect/>
          </a:stretch>
        </p:blipFill>
        <p:spPr>
          <a:xfrm>
            <a:off x="5275865" y="1321550"/>
            <a:ext cx="2500425" cy="2500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67"/>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Success &amp; Failure</a:t>
            </a:r>
            <a:endParaRPr/>
          </a:p>
        </p:txBody>
      </p:sp>
      <p:sp>
        <p:nvSpPr>
          <p:cNvPr id="682" name="Google Shape;682;p67"/>
          <p:cNvSpPr txBox="1"/>
          <p:nvPr>
            <p:ph idx="1" type="subTitle"/>
          </p:nvPr>
        </p:nvSpPr>
        <p:spPr>
          <a:xfrm>
            <a:off x="1059065" y="1748192"/>
            <a:ext cx="3042300" cy="5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Models predict more than 55% of its bets</a:t>
            </a:r>
            <a:endParaRPr/>
          </a:p>
        </p:txBody>
      </p:sp>
      <p:sp>
        <p:nvSpPr>
          <p:cNvPr id="683" name="Google Shape;683;p67"/>
          <p:cNvSpPr txBox="1"/>
          <p:nvPr>
            <p:ph idx="2" type="subTitle"/>
          </p:nvPr>
        </p:nvSpPr>
        <p:spPr>
          <a:xfrm>
            <a:off x="937025" y="1395875"/>
            <a:ext cx="34194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Proportion of Correct Bets</a:t>
            </a:r>
            <a:endParaRPr/>
          </a:p>
        </p:txBody>
      </p:sp>
      <p:sp>
        <p:nvSpPr>
          <p:cNvPr id="684" name="Google Shape;684;p67"/>
          <p:cNvSpPr txBox="1"/>
          <p:nvPr>
            <p:ph idx="3" type="subTitle"/>
          </p:nvPr>
        </p:nvSpPr>
        <p:spPr>
          <a:xfrm>
            <a:off x="1059052" y="2806879"/>
            <a:ext cx="3042300" cy="5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Vegas typically achieve around 80% betting accuracy </a:t>
            </a:r>
            <a:endParaRPr/>
          </a:p>
        </p:txBody>
      </p:sp>
      <p:sp>
        <p:nvSpPr>
          <p:cNvPr id="685" name="Google Shape;685;p67"/>
          <p:cNvSpPr txBox="1"/>
          <p:nvPr>
            <p:ph idx="4" type="subTitle"/>
          </p:nvPr>
        </p:nvSpPr>
        <p:spPr>
          <a:xfrm>
            <a:off x="1059070" y="2454554"/>
            <a:ext cx="30423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Comparison to Vegas</a:t>
            </a:r>
            <a:endParaRPr/>
          </a:p>
        </p:txBody>
      </p:sp>
      <p:sp>
        <p:nvSpPr>
          <p:cNvPr id="686" name="Google Shape;686;p67"/>
          <p:cNvSpPr txBox="1"/>
          <p:nvPr>
            <p:ph idx="5" type="subTitle"/>
          </p:nvPr>
        </p:nvSpPr>
        <p:spPr>
          <a:xfrm>
            <a:off x="5042599" y="2205392"/>
            <a:ext cx="3042300" cy="5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Models </a:t>
            </a:r>
            <a:r>
              <a:rPr lang="en"/>
              <a:t>predict</a:t>
            </a:r>
            <a:r>
              <a:rPr lang="en"/>
              <a:t> less than 55% of its bets</a:t>
            </a:r>
            <a:endParaRPr/>
          </a:p>
        </p:txBody>
      </p:sp>
      <p:sp>
        <p:nvSpPr>
          <p:cNvPr id="687" name="Google Shape;687;p67"/>
          <p:cNvSpPr txBox="1"/>
          <p:nvPr>
            <p:ph idx="7" type="subTitle"/>
          </p:nvPr>
        </p:nvSpPr>
        <p:spPr>
          <a:xfrm>
            <a:off x="1059065" y="3865542"/>
            <a:ext cx="3042300" cy="5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Positive financial outcomes</a:t>
            </a:r>
            <a:endParaRPr/>
          </a:p>
        </p:txBody>
      </p:sp>
      <p:sp>
        <p:nvSpPr>
          <p:cNvPr id="688" name="Google Shape;688;p67"/>
          <p:cNvSpPr txBox="1"/>
          <p:nvPr>
            <p:ph idx="8" type="subTitle"/>
          </p:nvPr>
        </p:nvSpPr>
        <p:spPr>
          <a:xfrm>
            <a:off x="1059065" y="3513242"/>
            <a:ext cx="30423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Positive Profit</a:t>
            </a:r>
            <a:endParaRPr/>
          </a:p>
        </p:txBody>
      </p:sp>
      <p:sp>
        <p:nvSpPr>
          <p:cNvPr id="689" name="Google Shape;689;p67"/>
          <p:cNvSpPr txBox="1"/>
          <p:nvPr>
            <p:ph idx="9" type="subTitle"/>
          </p:nvPr>
        </p:nvSpPr>
        <p:spPr>
          <a:xfrm>
            <a:off x="5042630" y="3416467"/>
            <a:ext cx="3042300" cy="5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Negative financial outcomes</a:t>
            </a:r>
            <a:endParaRPr/>
          </a:p>
        </p:txBody>
      </p:sp>
      <p:sp>
        <p:nvSpPr>
          <p:cNvPr id="690" name="Google Shape;690;p67"/>
          <p:cNvSpPr txBox="1"/>
          <p:nvPr>
            <p:ph idx="13" type="subTitle"/>
          </p:nvPr>
        </p:nvSpPr>
        <p:spPr>
          <a:xfrm>
            <a:off x="5042648" y="3064167"/>
            <a:ext cx="30423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Negative Profit</a:t>
            </a:r>
            <a:endParaRPr/>
          </a:p>
        </p:txBody>
      </p:sp>
      <p:grpSp>
        <p:nvGrpSpPr>
          <p:cNvPr id="691" name="Google Shape;691;p67"/>
          <p:cNvGrpSpPr/>
          <p:nvPr/>
        </p:nvGrpSpPr>
        <p:grpSpPr>
          <a:xfrm>
            <a:off x="4356150" y="1112137"/>
            <a:ext cx="431700" cy="3707700"/>
            <a:chOff x="3619250" y="1112137"/>
            <a:chExt cx="431700" cy="3707700"/>
          </a:xfrm>
        </p:grpSpPr>
        <p:cxnSp>
          <p:nvCxnSpPr>
            <p:cNvPr id="692" name="Google Shape;692;p67"/>
            <p:cNvCxnSpPr>
              <a:stCxn id="693" idx="0"/>
              <a:endCxn id="681" idx="2"/>
            </p:cNvCxnSpPr>
            <p:nvPr/>
          </p:nvCxnSpPr>
          <p:spPr>
            <a:xfrm rot="10800000">
              <a:off x="3835100" y="1112137"/>
              <a:ext cx="0" cy="3276000"/>
            </a:xfrm>
            <a:prstGeom prst="straightConnector1">
              <a:avLst/>
            </a:prstGeom>
            <a:noFill/>
            <a:ln cap="flat" cmpd="sng" w="38100">
              <a:solidFill>
                <a:schemeClr val="accent1"/>
              </a:solidFill>
              <a:prstDash val="dash"/>
              <a:round/>
              <a:headEnd len="med" w="med" type="none"/>
              <a:tailEnd len="med" w="med" type="none"/>
            </a:ln>
          </p:spPr>
        </p:cxnSp>
        <p:sp>
          <p:nvSpPr>
            <p:cNvPr id="693" name="Google Shape;693;p67"/>
            <p:cNvSpPr/>
            <p:nvPr/>
          </p:nvSpPr>
          <p:spPr>
            <a:xfrm>
              <a:off x="3619250" y="4388138"/>
              <a:ext cx="431700" cy="431700"/>
            </a:xfrm>
            <a:prstGeom prst="ellipse">
              <a:avLst/>
            </a:prstGeom>
            <a:solidFill>
              <a:schemeClr val="dk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4" name="Google Shape;694;p67"/>
          <p:cNvSpPr txBox="1"/>
          <p:nvPr>
            <p:ph idx="2" type="subTitle"/>
          </p:nvPr>
        </p:nvSpPr>
        <p:spPr>
          <a:xfrm>
            <a:off x="4854050" y="1776900"/>
            <a:ext cx="3419400" cy="349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Proportion of Correct Bets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3"/>
                                        </p:tgtEl>
                                        <p:attrNameLst>
                                          <p:attrName>style.visibility</p:attrName>
                                        </p:attrNameLst>
                                      </p:cBhvr>
                                      <p:to>
                                        <p:strVal val="visible"/>
                                      </p:to>
                                    </p:set>
                                    <p:anim calcmode="lin" valueType="num">
                                      <p:cBhvr additive="base">
                                        <p:cTn dur="1000"/>
                                        <p:tgtEl>
                                          <p:spTgt spid="68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685"/>
                                        </p:tgtEl>
                                        <p:attrNameLst>
                                          <p:attrName>style.visibility</p:attrName>
                                        </p:attrNameLst>
                                      </p:cBhvr>
                                      <p:to>
                                        <p:strVal val="visible"/>
                                      </p:to>
                                    </p:set>
                                    <p:anim calcmode="lin" valueType="num">
                                      <p:cBhvr additive="base">
                                        <p:cTn dur="1000"/>
                                        <p:tgtEl>
                                          <p:spTgt spid="68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1000"/>
                                        <p:tgtEl>
                                          <p:spTgt spid="68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90"/>
                                        </p:tgtEl>
                                        <p:attrNameLst>
                                          <p:attrName>style.visibility</p:attrName>
                                        </p:attrNameLst>
                                      </p:cBhvr>
                                      <p:to>
                                        <p:strVal val="visible"/>
                                      </p:to>
                                    </p:set>
                                    <p:anim calcmode="lin" valueType="num">
                                      <p:cBhvr additive="base">
                                        <p:cTn dur="1000"/>
                                        <p:tgtEl>
                                          <p:spTgt spid="69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8"/>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Parameters</a:t>
            </a:r>
            <a:endParaRPr/>
          </a:p>
        </p:txBody>
      </p:sp>
      <p:sp>
        <p:nvSpPr>
          <p:cNvPr id="700" name="Google Shape;700;p68"/>
          <p:cNvSpPr txBox="1"/>
          <p:nvPr>
            <p:ph idx="1" type="subTitle"/>
          </p:nvPr>
        </p:nvSpPr>
        <p:spPr>
          <a:xfrm>
            <a:off x="958125" y="1906025"/>
            <a:ext cx="2304000" cy="7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Measure of exact proportion of bets that were predicted </a:t>
            </a:r>
            <a:r>
              <a:rPr lang="en"/>
              <a:t>correctly</a:t>
            </a:r>
            <a:endParaRPr/>
          </a:p>
        </p:txBody>
      </p:sp>
      <p:sp>
        <p:nvSpPr>
          <p:cNvPr id="701" name="Google Shape;701;p68"/>
          <p:cNvSpPr txBox="1"/>
          <p:nvPr>
            <p:ph idx="2" type="subTitle"/>
          </p:nvPr>
        </p:nvSpPr>
        <p:spPr>
          <a:xfrm>
            <a:off x="958125" y="1387325"/>
            <a:ext cx="2304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Accuracy</a:t>
            </a:r>
            <a:endParaRPr/>
          </a:p>
        </p:txBody>
      </p:sp>
      <p:sp>
        <p:nvSpPr>
          <p:cNvPr id="702" name="Google Shape;702;p68"/>
          <p:cNvSpPr txBox="1"/>
          <p:nvPr>
            <p:ph idx="3" type="subTitle"/>
          </p:nvPr>
        </p:nvSpPr>
        <p:spPr>
          <a:xfrm>
            <a:off x="3370075" y="1906025"/>
            <a:ext cx="2395200" cy="7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Measure of how many true positive predicted relative to number of false positives</a:t>
            </a:r>
            <a:endParaRPr/>
          </a:p>
        </p:txBody>
      </p:sp>
      <p:sp>
        <p:nvSpPr>
          <p:cNvPr id="703" name="Google Shape;703;p68"/>
          <p:cNvSpPr txBox="1"/>
          <p:nvPr>
            <p:ph idx="4" type="subTitle"/>
          </p:nvPr>
        </p:nvSpPr>
        <p:spPr>
          <a:xfrm>
            <a:off x="3420000" y="1387325"/>
            <a:ext cx="2304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Precision</a:t>
            </a:r>
            <a:endParaRPr/>
          </a:p>
        </p:txBody>
      </p:sp>
      <p:sp>
        <p:nvSpPr>
          <p:cNvPr id="704" name="Google Shape;704;p68"/>
          <p:cNvSpPr txBox="1"/>
          <p:nvPr>
            <p:ph idx="5" type="subTitle"/>
          </p:nvPr>
        </p:nvSpPr>
        <p:spPr>
          <a:xfrm>
            <a:off x="5881875" y="1906025"/>
            <a:ext cx="2304000" cy="7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Measure of how many true negatives predicted </a:t>
            </a:r>
            <a:r>
              <a:rPr lang="en"/>
              <a:t>relative</a:t>
            </a:r>
            <a:r>
              <a:rPr lang="en"/>
              <a:t> to the number of false negatives</a:t>
            </a:r>
            <a:endParaRPr/>
          </a:p>
        </p:txBody>
      </p:sp>
      <p:sp>
        <p:nvSpPr>
          <p:cNvPr id="705" name="Google Shape;705;p68"/>
          <p:cNvSpPr txBox="1"/>
          <p:nvPr>
            <p:ph idx="6" type="subTitle"/>
          </p:nvPr>
        </p:nvSpPr>
        <p:spPr>
          <a:xfrm>
            <a:off x="5881875" y="1387325"/>
            <a:ext cx="2304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Recall</a:t>
            </a:r>
            <a:endParaRPr/>
          </a:p>
        </p:txBody>
      </p:sp>
      <p:sp>
        <p:nvSpPr>
          <p:cNvPr id="706" name="Google Shape;706;p68"/>
          <p:cNvSpPr txBox="1"/>
          <p:nvPr>
            <p:ph idx="7" type="subTitle"/>
          </p:nvPr>
        </p:nvSpPr>
        <p:spPr>
          <a:xfrm>
            <a:off x="958125" y="3600825"/>
            <a:ext cx="2304000" cy="7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Composite metric to provide a balanced </a:t>
            </a:r>
            <a:r>
              <a:rPr lang="en"/>
              <a:t>measure</a:t>
            </a:r>
            <a:r>
              <a:rPr lang="en"/>
              <a:t> of model performance</a:t>
            </a:r>
            <a:endParaRPr/>
          </a:p>
        </p:txBody>
      </p:sp>
      <p:sp>
        <p:nvSpPr>
          <p:cNvPr id="707" name="Google Shape;707;p68"/>
          <p:cNvSpPr txBox="1"/>
          <p:nvPr>
            <p:ph idx="8" type="subTitle"/>
          </p:nvPr>
        </p:nvSpPr>
        <p:spPr>
          <a:xfrm>
            <a:off x="958125" y="3056950"/>
            <a:ext cx="2304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F1 Score</a:t>
            </a:r>
            <a:endParaRPr/>
          </a:p>
        </p:txBody>
      </p:sp>
      <p:sp>
        <p:nvSpPr>
          <p:cNvPr id="708" name="Google Shape;708;p68"/>
          <p:cNvSpPr txBox="1"/>
          <p:nvPr>
            <p:ph idx="9" type="subTitle"/>
          </p:nvPr>
        </p:nvSpPr>
        <p:spPr>
          <a:xfrm>
            <a:off x="3374400" y="3626000"/>
            <a:ext cx="2395200" cy="7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Loss metric measuring average distance between </a:t>
            </a:r>
            <a:r>
              <a:rPr lang="en"/>
              <a:t>predicted</a:t>
            </a:r>
            <a:r>
              <a:rPr lang="en"/>
              <a:t> and actual values</a:t>
            </a:r>
            <a:endParaRPr/>
          </a:p>
        </p:txBody>
      </p:sp>
      <p:sp>
        <p:nvSpPr>
          <p:cNvPr id="709" name="Google Shape;709;p68"/>
          <p:cNvSpPr txBox="1"/>
          <p:nvPr>
            <p:ph idx="13" type="subTitle"/>
          </p:nvPr>
        </p:nvSpPr>
        <p:spPr>
          <a:xfrm>
            <a:off x="3415675" y="3056950"/>
            <a:ext cx="2304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Root Mean Square Error</a:t>
            </a:r>
            <a:endParaRPr/>
          </a:p>
        </p:txBody>
      </p:sp>
      <p:cxnSp>
        <p:nvCxnSpPr>
          <p:cNvPr id="710" name="Google Shape;710;p68"/>
          <p:cNvCxnSpPr/>
          <p:nvPr/>
        </p:nvCxnSpPr>
        <p:spPr>
          <a:xfrm>
            <a:off x="724650" y="2905400"/>
            <a:ext cx="7694700" cy="0"/>
          </a:xfrm>
          <a:prstGeom prst="straightConnector1">
            <a:avLst/>
          </a:prstGeom>
          <a:noFill/>
          <a:ln cap="flat" cmpd="sng" w="38100">
            <a:solidFill>
              <a:schemeClr val="accent1"/>
            </a:solidFill>
            <a:prstDash val="solid"/>
            <a:round/>
            <a:headEnd len="med" w="med" type="none"/>
            <a:tailEnd len="med" w="med" type="none"/>
          </a:ln>
        </p:spPr>
      </p:cxnSp>
      <p:sp>
        <p:nvSpPr>
          <p:cNvPr id="711" name="Google Shape;711;p68"/>
          <p:cNvSpPr txBox="1"/>
          <p:nvPr>
            <p:ph idx="13" type="subTitle"/>
          </p:nvPr>
        </p:nvSpPr>
        <p:spPr>
          <a:xfrm>
            <a:off x="5881875" y="3056950"/>
            <a:ext cx="2304000" cy="518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Expected Earnings</a:t>
            </a:r>
            <a:endParaRPr/>
          </a:p>
        </p:txBody>
      </p:sp>
      <p:sp>
        <p:nvSpPr>
          <p:cNvPr id="712" name="Google Shape;712;p68"/>
          <p:cNvSpPr txBox="1"/>
          <p:nvPr>
            <p:ph idx="9" type="subTitle"/>
          </p:nvPr>
        </p:nvSpPr>
        <p:spPr>
          <a:xfrm>
            <a:off x="5836275" y="3626000"/>
            <a:ext cx="2395200" cy="7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Expected earnings if we place $100 on every bet our models predict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16" name="Shape 716"/>
        <p:cNvGrpSpPr/>
        <p:nvPr/>
      </p:nvGrpSpPr>
      <p:grpSpPr>
        <a:xfrm>
          <a:off x="0" y="0"/>
          <a:ext cx="0" cy="0"/>
          <a:chOff x="0" y="0"/>
          <a:chExt cx="0" cy="0"/>
        </a:xfrm>
      </p:grpSpPr>
      <p:sp>
        <p:nvSpPr>
          <p:cNvPr id="717" name="Google Shape;717;p69"/>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Experiments</a:t>
            </a:r>
            <a:endParaRPr>
              <a:solidFill>
                <a:schemeClr val="lt1"/>
              </a:solidFill>
            </a:endParaRPr>
          </a:p>
        </p:txBody>
      </p:sp>
      <p:graphicFrame>
        <p:nvGraphicFramePr>
          <p:cNvPr id="718" name="Google Shape;718;p69"/>
          <p:cNvGraphicFramePr/>
          <p:nvPr/>
        </p:nvGraphicFramePr>
        <p:xfrm>
          <a:off x="998288" y="1284015"/>
          <a:ext cx="3000000" cy="3000000"/>
        </p:xfrm>
        <a:graphic>
          <a:graphicData uri="http://schemas.openxmlformats.org/drawingml/2006/table">
            <a:tbl>
              <a:tblPr>
                <a:noFill/>
                <a:tableStyleId>{8E259CBF-02A1-43A5-9399-6161270847C0}</a:tableStyleId>
              </a:tblPr>
              <a:tblGrid>
                <a:gridCol w="2057250"/>
                <a:gridCol w="5090075"/>
              </a:tblGrid>
              <a:tr h="794400">
                <a:tc>
                  <a:txBody>
                    <a:bodyPr/>
                    <a:lstStyle/>
                    <a:p>
                      <a:pPr indent="0" lvl="0" marL="0" rtl="0" algn="l">
                        <a:spcBef>
                          <a:spcPts val="0"/>
                        </a:spcBef>
                        <a:spcAft>
                          <a:spcPts val="0"/>
                        </a:spcAft>
                        <a:buNone/>
                      </a:pPr>
                      <a:r>
                        <a:rPr b="1" lang="en" sz="1000">
                          <a:solidFill>
                            <a:schemeClr val="lt1"/>
                          </a:solidFill>
                          <a:latin typeface="Roboto"/>
                          <a:ea typeface="Roboto"/>
                          <a:cs typeface="Roboto"/>
                          <a:sym typeface="Roboto"/>
                        </a:rPr>
                        <a:t>Win/Loss Classification</a:t>
                      </a:r>
                      <a:endParaRPr b="1" sz="1000">
                        <a:solidFill>
                          <a:schemeClr val="lt1"/>
                        </a:solidFill>
                        <a:latin typeface="Roboto"/>
                        <a:ea typeface="Roboto"/>
                        <a:cs typeface="Roboto"/>
                        <a:sym typeface="Roboto"/>
                      </a:endParaRPr>
                    </a:p>
                    <a:p>
                      <a:pPr indent="0" lvl="0" marL="0" rtl="0" algn="l">
                        <a:spcBef>
                          <a:spcPts val="0"/>
                        </a:spcBef>
                        <a:spcAft>
                          <a:spcPts val="0"/>
                        </a:spcAft>
                        <a:buNone/>
                      </a:pPr>
                      <a:r>
                        <a:t/>
                      </a:r>
                      <a:endParaRPr b="1"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Logistic regression, Gaussian Naive Bayes, Random Forest, Support Vector Machine (SVM), AdaBoostClassifier, and a custom Neural Network</a:t>
                      </a:r>
                      <a:endParaRPr sz="1000">
                        <a:solidFill>
                          <a:schemeClr val="lt1"/>
                        </a:solidFill>
                        <a:latin typeface="Roboto"/>
                        <a:ea typeface="Roboto"/>
                        <a:cs typeface="Roboto"/>
                        <a:sym typeface="Roboto"/>
                      </a:endParaRPr>
                    </a:p>
                    <a:p>
                      <a:pPr indent="-292100" lvl="0" marL="457200" rtl="0" algn="l">
                        <a:lnSpc>
                          <a:spcPct val="115000"/>
                        </a:lnSpc>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LSTM and GRU </a:t>
                      </a:r>
                      <a:endParaRPr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r>
              <a:tr h="794400">
                <a:tc>
                  <a:txBody>
                    <a:bodyPr/>
                    <a:lstStyle/>
                    <a:p>
                      <a:pPr indent="0" lvl="0" marL="0" rtl="0" algn="l">
                        <a:spcBef>
                          <a:spcPts val="0"/>
                        </a:spcBef>
                        <a:spcAft>
                          <a:spcPts val="0"/>
                        </a:spcAft>
                        <a:buNone/>
                      </a:pPr>
                      <a:r>
                        <a:rPr b="1" lang="en" sz="1000">
                          <a:solidFill>
                            <a:schemeClr val="lt1"/>
                          </a:solidFill>
                          <a:latin typeface="Roboto"/>
                          <a:ea typeface="Roboto"/>
                          <a:cs typeface="Roboto"/>
                          <a:sym typeface="Roboto"/>
                        </a:rPr>
                        <a:t>Over/Under Regression</a:t>
                      </a:r>
                      <a:endParaRPr b="1"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Linear regression, Random Forest Regressor, Multi-layer Perceptron </a:t>
                      </a:r>
                      <a:endParaRPr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r>
              <a:tr h="794400">
                <a:tc>
                  <a:txBody>
                    <a:bodyPr/>
                    <a:lstStyle/>
                    <a:p>
                      <a:pPr indent="0" lvl="0" marL="0" rtl="0" algn="l">
                        <a:spcBef>
                          <a:spcPts val="0"/>
                        </a:spcBef>
                        <a:spcAft>
                          <a:spcPts val="0"/>
                        </a:spcAft>
                        <a:buNone/>
                      </a:pPr>
                      <a:r>
                        <a:rPr b="1" lang="en" sz="1000">
                          <a:solidFill>
                            <a:schemeClr val="lt1"/>
                          </a:solidFill>
                          <a:latin typeface="Roboto"/>
                          <a:ea typeface="Roboto"/>
                          <a:cs typeface="Roboto"/>
                          <a:sym typeface="Roboto"/>
                        </a:rPr>
                        <a:t>Over/Under Classification</a:t>
                      </a:r>
                      <a:endParaRPr b="1"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292100" lvl="0" marL="457200" rtl="0" algn="l">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Logistic Regression, Gaussian Naive Bayes, Random Forest, and AdaBoost</a:t>
                      </a:r>
                      <a:endParaRPr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r>
              <a:tr h="794400">
                <a:tc>
                  <a:txBody>
                    <a:bodyPr/>
                    <a:lstStyle/>
                    <a:p>
                      <a:pPr indent="0" lvl="0" marL="0" rtl="0" algn="l">
                        <a:spcBef>
                          <a:spcPts val="0"/>
                        </a:spcBef>
                        <a:spcAft>
                          <a:spcPts val="0"/>
                        </a:spcAft>
                        <a:buNone/>
                      </a:pPr>
                      <a:r>
                        <a:rPr b="1" lang="en" sz="1000">
                          <a:solidFill>
                            <a:schemeClr val="lt1"/>
                          </a:solidFill>
                          <a:latin typeface="Roboto"/>
                          <a:ea typeface="Roboto"/>
                          <a:cs typeface="Roboto"/>
                          <a:sym typeface="Roboto"/>
                        </a:rPr>
                        <a:t>Spread Regression</a:t>
                      </a:r>
                      <a:endParaRPr b="1"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292100" lvl="0" marL="457200" rtl="0" algn="l">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Linear Regression, Random Forest Regressor, Multi-layer Perceptron</a:t>
                      </a:r>
                      <a:endParaRPr sz="1000">
                        <a:solidFill>
                          <a:schemeClr val="lt1"/>
                        </a:solidFill>
                        <a:latin typeface="Roboto"/>
                        <a:ea typeface="Roboto"/>
                        <a:cs typeface="Roboto"/>
                        <a:sym typeface="Roboto"/>
                      </a:endParaRPr>
                    </a:p>
                  </a:txBody>
                  <a:tcPr marT="91425" marB="91425" marR="91425" marL="91425">
                    <a:lnL cap="flat" cmpd="sng" w="38100">
                      <a:solidFill>
                        <a:schemeClr val="accent1"/>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70"/>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a:t>
            </a:r>
            <a:endParaRPr/>
          </a:p>
        </p:txBody>
      </p:sp>
      <p:pic>
        <p:nvPicPr>
          <p:cNvPr id="724" name="Google Shape;724;p70"/>
          <p:cNvPicPr preferRelativeResize="0"/>
          <p:nvPr/>
        </p:nvPicPr>
        <p:blipFill rotWithShape="1">
          <a:blip r:embed="rId3">
            <a:alphaModFix/>
          </a:blip>
          <a:srcRect b="0" l="835" r="845" t="0"/>
          <a:stretch/>
        </p:blipFill>
        <p:spPr>
          <a:xfrm>
            <a:off x="2340638" y="1165250"/>
            <a:ext cx="4462723" cy="3370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71"/>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 Cont.</a:t>
            </a:r>
            <a:endParaRPr/>
          </a:p>
        </p:txBody>
      </p:sp>
      <p:pic>
        <p:nvPicPr>
          <p:cNvPr id="730" name="Google Shape;730;p71"/>
          <p:cNvPicPr preferRelativeResize="0"/>
          <p:nvPr/>
        </p:nvPicPr>
        <p:blipFill rotWithShape="1">
          <a:blip r:embed="rId3">
            <a:alphaModFix/>
          </a:blip>
          <a:srcRect b="0" l="0" r="0" t="0"/>
          <a:stretch/>
        </p:blipFill>
        <p:spPr>
          <a:xfrm>
            <a:off x="2383025" y="1213925"/>
            <a:ext cx="4377924" cy="1139650"/>
          </a:xfrm>
          <a:prstGeom prst="rect">
            <a:avLst/>
          </a:prstGeom>
          <a:noFill/>
          <a:ln>
            <a:noFill/>
          </a:ln>
        </p:spPr>
      </p:pic>
      <p:pic>
        <p:nvPicPr>
          <p:cNvPr id="731" name="Google Shape;731;p71"/>
          <p:cNvPicPr preferRelativeResize="0"/>
          <p:nvPr/>
        </p:nvPicPr>
        <p:blipFill>
          <a:blip r:embed="rId4">
            <a:alphaModFix/>
          </a:blip>
          <a:stretch>
            <a:fillRect/>
          </a:stretch>
        </p:blipFill>
        <p:spPr>
          <a:xfrm>
            <a:off x="2356075" y="2567600"/>
            <a:ext cx="4431849" cy="19235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72"/>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 Cont </a:t>
            </a:r>
            <a:endParaRPr/>
          </a:p>
        </p:txBody>
      </p:sp>
      <p:pic>
        <p:nvPicPr>
          <p:cNvPr id="737" name="Google Shape;737;p72"/>
          <p:cNvPicPr preferRelativeResize="0"/>
          <p:nvPr/>
        </p:nvPicPr>
        <p:blipFill>
          <a:blip r:embed="rId3">
            <a:alphaModFix/>
          </a:blip>
          <a:stretch>
            <a:fillRect/>
          </a:stretch>
        </p:blipFill>
        <p:spPr>
          <a:xfrm>
            <a:off x="2383424" y="2129025"/>
            <a:ext cx="4377176" cy="1161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73"/>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Comparison</a:t>
            </a:r>
            <a:endParaRPr/>
          </a:p>
        </p:txBody>
      </p:sp>
      <p:sp>
        <p:nvSpPr>
          <p:cNvPr id="743" name="Google Shape;743;p73"/>
          <p:cNvSpPr txBox="1"/>
          <p:nvPr/>
        </p:nvSpPr>
        <p:spPr>
          <a:xfrm>
            <a:off x="713125" y="1112225"/>
            <a:ext cx="7717500" cy="3476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Win/Loss Classification performed the best</a:t>
            </a:r>
            <a:endParaRPr sz="1800">
              <a:solidFill>
                <a:schemeClr val="lt1"/>
              </a:solidFill>
              <a:latin typeface="Roboto"/>
              <a:ea typeface="Roboto"/>
              <a:cs typeface="Roboto"/>
              <a:sym typeface="Roboto"/>
            </a:endParaRPr>
          </a:p>
          <a:p>
            <a:pPr indent="-342900" lvl="1" marL="914400" rtl="0" algn="l">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Data consisted of a lot of in-game baseline statistics (points, rebounds, assists, etc.)</a:t>
            </a:r>
            <a:endParaRPr sz="1800">
              <a:solidFill>
                <a:schemeClr val="lt1"/>
              </a:solidFill>
              <a:latin typeface="Roboto"/>
              <a:ea typeface="Roboto"/>
              <a:cs typeface="Roboto"/>
              <a:sym typeface="Roboto"/>
            </a:endParaRPr>
          </a:p>
          <a:p>
            <a:pPr indent="0" lvl="0" marL="914400" rtl="0" algn="l">
              <a:spcBef>
                <a:spcPts val="0"/>
              </a:spcBef>
              <a:spcAft>
                <a:spcPts val="0"/>
              </a:spcAft>
              <a:buNone/>
            </a:pPr>
            <a:r>
              <a:t/>
            </a:r>
            <a:endParaRPr sz="1800">
              <a:solidFill>
                <a:schemeClr val="lt1"/>
              </a:solidFill>
              <a:latin typeface="Roboto"/>
              <a:ea typeface="Roboto"/>
              <a:cs typeface="Roboto"/>
              <a:sym typeface="Roboto"/>
            </a:endParaRPr>
          </a:p>
          <a:p>
            <a:pPr indent="-342900" lvl="0" marL="457200" rtl="0" algn="l">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Win/Loss achieved much higher than the baseline</a:t>
            </a:r>
            <a:endParaRPr sz="1800">
              <a:solidFill>
                <a:schemeClr val="lt1"/>
              </a:solidFill>
              <a:latin typeface="Roboto"/>
              <a:ea typeface="Roboto"/>
              <a:cs typeface="Roboto"/>
              <a:sym typeface="Roboto"/>
            </a:endParaRPr>
          </a:p>
          <a:p>
            <a:pPr indent="-342900" lvl="1" marL="914400" rtl="0" algn="l">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Most models performed &gt;60% on testing set</a:t>
            </a:r>
            <a:endParaRPr sz="1800">
              <a:solidFill>
                <a:schemeClr val="lt1"/>
              </a:solidFill>
              <a:latin typeface="Roboto"/>
              <a:ea typeface="Roboto"/>
              <a:cs typeface="Roboto"/>
              <a:sym typeface="Roboto"/>
            </a:endParaRPr>
          </a:p>
          <a:p>
            <a:pPr indent="0" lvl="0" marL="0" rtl="0" algn="l">
              <a:spcBef>
                <a:spcPts val="0"/>
              </a:spcBef>
              <a:spcAft>
                <a:spcPts val="0"/>
              </a:spcAft>
              <a:buNone/>
            </a:pPr>
            <a:r>
              <a:t/>
            </a:r>
            <a:endParaRPr sz="1800">
              <a:solidFill>
                <a:schemeClr val="lt1"/>
              </a:solidFill>
              <a:latin typeface="Roboto"/>
              <a:ea typeface="Roboto"/>
              <a:cs typeface="Roboto"/>
              <a:sym typeface="Roboto"/>
            </a:endParaRPr>
          </a:p>
          <a:p>
            <a:pPr indent="-342900" lvl="0" marL="457200" rtl="0" algn="l">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Regression models did not perform well, about 50% of spread estimates were correct</a:t>
            </a:r>
            <a:endParaRPr sz="1800">
              <a:solidFill>
                <a:schemeClr val="lt1"/>
              </a:solidFill>
              <a:latin typeface="Roboto"/>
              <a:ea typeface="Roboto"/>
              <a:cs typeface="Roboto"/>
              <a:sym typeface="Roboto"/>
            </a:endParaRPr>
          </a:p>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4"/>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Discussion</a:t>
            </a:r>
            <a:endParaRPr/>
          </a:p>
        </p:txBody>
      </p:sp>
      <p:sp>
        <p:nvSpPr>
          <p:cNvPr id="749" name="Google Shape;749;p74"/>
          <p:cNvSpPr txBox="1"/>
          <p:nvPr>
            <p:ph idx="4294967295" type="subTitle"/>
          </p:nvPr>
        </p:nvSpPr>
        <p:spPr>
          <a:xfrm>
            <a:off x="916275" y="1284475"/>
            <a:ext cx="7335900" cy="31338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lt1"/>
              </a:buClr>
              <a:buSzPts val="1600"/>
              <a:buChar char="●"/>
            </a:pPr>
            <a:r>
              <a:rPr lang="en" sz="1600">
                <a:solidFill>
                  <a:schemeClr val="lt1"/>
                </a:solidFill>
              </a:rPr>
              <a:t>Win/Loss Prediction:</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Best performing models by far</a:t>
            </a:r>
            <a:endParaRPr sz="1600">
              <a:solidFill>
                <a:schemeClr val="lt1"/>
              </a:solidFill>
            </a:endParaRPr>
          </a:p>
        </p:txBody>
      </p:sp>
      <p:pic>
        <p:nvPicPr>
          <p:cNvPr id="750" name="Google Shape;750;p74"/>
          <p:cNvPicPr preferRelativeResize="0"/>
          <p:nvPr/>
        </p:nvPicPr>
        <p:blipFill>
          <a:blip r:embed="rId3">
            <a:alphaModFix/>
          </a:blip>
          <a:stretch>
            <a:fillRect/>
          </a:stretch>
        </p:blipFill>
        <p:spPr>
          <a:xfrm>
            <a:off x="965675" y="1949750"/>
            <a:ext cx="3407125" cy="2520600"/>
          </a:xfrm>
          <a:prstGeom prst="rect">
            <a:avLst/>
          </a:prstGeom>
          <a:noFill/>
          <a:ln>
            <a:noFill/>
          </a:ln>
        </p:spPr>
      </p:pic>
      <p:pic>
        <p:nvPicPr>
          <p:cNvPr id="751" name="Google Shape;751;p74"/>
          <p:cNvPicPr preferRelativeResize="0"/>
          <p:nvPr/>
        </p:nvPicPr>
        <p:blipFill>
          <a:blip r:embed="rId4">
            <a:alphaModFix/>
          </a:blip>
          <a:stretch>
            <a:fillRect/>
          </a:stretch>
        </p:blipFill>
        <p:spPr>
          <a:xfrm>
            <a:off x="4685300" y="1949750"/>
            <a:ext cx="3566887" cy="252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75"/>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Discussion</a:t>
            </a:r>
            <a:endParaRPr/>
          </a:p>
        </p:txBody>
      </p:sp>
      <p:sp>
        <p:nvSpPr>
          <p:cNvPr id="757" name="Google Shape;757;p75"/>
          <p:cNvSpPr txBox="1"/>
          <p:nvPr>
            <p:ph idx="4294967295" type="subTitle"/>
          </p:nvPr>
        </p:nvSpPr>
        <p:spPr>
          <a:xfrm>
            <a:off x="916275" y="1284475"/>
            <a:ext cx="7335900" cy="31338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lt1"/>
              </a:buClr>
              <a:buSzPts val="1600"/>
              <a:buChar char="●"/>
            </a:pPr>
            <a:r>
              <a:rPr lang="en" sz="1600">
                <a:solidFill>
                  <a:schemeClr val="lt1"/>
                </a:solidFill>
              </a:rPr>
              <a:t>Over/Under Regression:</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Lowest proportion of correct bets</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If you go against our predictions you make money ($7280, $4420, $2160)</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Bad models -&gt; useful results</a:t>
            </a:r>
            <a:endParaRPr sz="1600">
              <a:solidFill>
                <a:schemeClr val="lt1"/>
              </a:solidFill>
            </a:endParaRPr>
          </a:p>
          <a:p>
            <a:pPr indent="-330200" lvl="0" marL="457200" rtl="0" algn="l">
              <a:lnSpc>
                <a:spcPct val="100000"/>
              </a:lnSpc>
              <a:spcBef>
                <a:spcPts val="0"/>
              </a:spcBef>
              <a:spcAft>
                <a:spcPts val="0"/>
              </a:spcAft>
              <a:buClr>
                <a:schemeClr val="lt1"/>
              </a:buClr>
              <a:buSzPts val="1600"/>
              <a:buChar char="●"/>
            </a:pPr>
            <a:r>
              <a:rPr lang="en" sz="1600">
                <a:solidFill>
                  <a:schemeClr val="lt1"/>
                </a:solidFill>
              </a:rPr>
              <a:t>Over/Under Classification:</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Poor model performance - all models essentially guessing</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Two main contributors:</a:t>
            </a:r>
            <a:endParaRPr sz="1600">
              <a:solidFill>
                <a:schemeClr val="lt1"/>
              </a:solidFill>
            </a:endParaRPr>
          </a:p>
          <a:p>
            <a:pPr indent="-330200" lvl="2" marL="1371600" rtl="0" algn="l">
              <a:lnSpc>
                <a:spcPct val="100000"/>
              </a:lnSpc>
              <a:spcBef>
                <a:spcPts val="0"/>
              </a:spcBef>
              <a:spcAft>
                <a:spcPts val="0"/>
              </a:spcAft>
              <a:buClr>
                <a:schemeClr val="lt1"/>
              </a:buClr>
              <a:buSzPts val="1600"/>
              <a:buChar char="■"/>
            </a:pPr>
            <a:r>
              <a:rPr lang="en" sz="1600">
                <a:solidFill>
                  <a:schemeClr val="lt1"/>
                </a:solidFill>
              </a:rPr>
              <a:t>Our set of features</a:t>
            </a:r>
            <a:endParaRPr sz="1600">
              <a:solidFill>
                <a:schemeClr val="lt1"/>
              </a:solidFill>
            </a:endParaRPr>
          </a:p>
          <a:p>
            <a:pPr indent="-330200" lvl="2" marL="1371600" rtl="0" algn="l">
              <a:lnSpc>
                <a:spcPct val="100000"/>
              </a:lnSpc>
              <a:spcBef>
                <a:spcPts val="0"/>
              </a:spcBef>
              <a:spcAft>
                <a:spcPts val="0"/>
              </a:spcAft>
              <a:buClr>
                <a:schemeClr val="lt1"/>
              </a:buClr>
              <a:buSzPts val="1600"/>
              <a:buChar char="■"/>
            </a:pPr>
            <a:r>
              <a:rPr lang="en" sz="1600">
                <a:solidFill>
                  <a:schemeClr val="lt1"/>
                </a:solidFill>
              </a:rPr>
              <a:t>How sportsbooks design this problem</a:t>
            </a:r>
            <a:endParaRPr sz="1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76"/>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Discussion</a:t>
            </a:r>
            <a:endParaRPr/>
          </a:p>
        </p:txBody>
      </p:sp>
      <p:sp>
        <p:nvSpPr>
          <p:cNvPr id="763" name="Google Shape;763;p76"/>
          <p:cNvSpPr txBox="1"/>
          <p:nvPr>
            <p:ph idx="4294967295" type="subTitle"/>
          </p:nvPr>
        </p:nvSpPr>
        <p:spPr>
          <a:xfrm>
            <a:off x="916275" y="1284475"/>
            <a:ext cx="7335900" cy="31338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lt1"/>
              </a:buClr>
              <a:buSzPts val="1600"/>
              <a:buChar char="●"/>
            </a:pPr>
            <a:r>
              <a:rPr lang="en" sz="1600">
                <a:solidFill>
                  <a:schemeClr val="lt1"/>
                </a:solidFill>
              </a:rPr>
              <a:t>Spread Regression:</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Also hitting around 50% of bets</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Likely suffering from the same circumstances as over/under</a:t>
            </a:r>
            <a:endParaRPr sz="1600">
              <a:solidFill>
                <a:schemeClr val="lt1"/>
              </a:solidFill>
            </a:endParaRPr>
          </a:p>
          <a:p>
            <a:pPr indent="-330200" lvl="1" marL="914400" rtl="0" algn="l">
              <a:lnSpc>
                <a:spcPct val="100000"/>
              </a:lnSpc>
              <a:spcBef>
                <a:spcPts val="0"/>
              </a:spcBef>
              <a:spcAft>
                <a:spcPts val="0"/>
              </a:spcAft>
              <a:buClr>
                <a:schemeClr val="lt1"/>
              </a:buClr>
              <a:buSzPts val="1600"/>
              <a:buChar char="○"/>
            </a:pPr>
            <a:r>
              <a:rPr lang="en" sz="1600">
                <a:solidFill>
                  <a:schemeClr val="lt1"/>
                </a:solidFill>
              </a:rPr>
              <a:t>Only losing money because Vegas takes a cut:</a:t>
            </a:r>
            <a:endParaRPr sz="1600">
              <a:solidFill>
                <a:schemeClr val="lt1"/>
              </a:solidFill>
            </a:endParaRPr>
          </a:p>
          <a:p>
            <a:pPr indent="-330200" lvl="2" marL="1371600" rtl="0" algn="l">
              <a:lnSpc>
                <a:spcPct val="100000"/>
              </a:lnSpc>
              <a:spcBef>
                <a:spcPts val="0"/>
              </a:spcBef>
              <a:spcAft>
                <a:spcPts val="0"/>
              </a:spcAft>
              <a:buClr>
                <a:schemeClr val="lt1"/>
              </a:buClr>
              <a:buSzPts val="1600"/>
              <a:buChar char="■"/>
            </a:pPr>
            <a:r>
              <a:rPr lang="en" sz="1600">
                <a:solidFill>
                  <a:schemeClr val="lt1"/>
                </a:solidFill>
              </a:rPr>
              <a:t>Removing the 10% cut gives us $7800 expected earnings</a:t>
            </a:r>
            <a:endParaRPr sz="1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77"/>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Constraints</a:t>
            </a:r>
            <a:endParaRPr/>
          </a:p>
        </p:txBody>
      </p:sp>
      <p:sp>
        <p:nvSpPr>
          <p:cNvPr id="769" name="Google Shape;769;p77"/>
          <p:cNvSpPr txBox="1"/>
          <p:nvPr>
            <p:ph idx="2" type="subTitle"/>
          </p:nvPr>
        </p:nvSpPr>
        <p:spPr>
          <a:xfrm>
            <a:off x="852300" y="1522613"/>
            <a:ext cx="3348600" cy="43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Limited Timeline</a:t>
            </a:r>
            <a:endParaRPr/>
          </a:p>
        </p:txBody>
      </p:sp>
      <p:sp>
        <p:nvSpPr>
          <p:cNvPr id="770" name="Google Shape;770;p77"/>
          <p:cNvSpPr txBox="1"/>
          <p:nvPr>
            <p:ph idx="4" type="subTitle"/>
          </p:nvPr>
        </p:nvSpPr>
        <p:spPr>
          <a:xfrm>
            <a:off x="852300" y="2633063"/>
            <a:ext cx="3348600" cy="43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Absence</a:t>
            </a:r>
            <a:r>
              <a:rPr lang="en"/>
              <a:t> of Individual Player Data</a:t>
            </a:r>
            <a:endParaRPr/>
          </a:p>
        </p:txBody>
      </p:sp>
      <p:sp>
        <p:nvSpPr>
          <p:cNvPr id="771" name="Google Shape;771;p77"/>
          <p:cNvSpPr txBox="1"/>
          <p:nvPr>
            <p:ph idx="6" type="subTitle"/>
          </p:nvPr>
        </p:nvSpPr>
        <p:spPr>
          <a:xfrm>
            <a:off x="852300" y="3763850"/>
            <a:ext cx="3348600" cy="43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Sportsbook</a:t>
            </a:r>
            <a:r>
              <a:rPr lang="en"/>
              <a:t> Lines</a:t>
            </a:r>
            <a:endParaRPr/>
          </a:p>
        </p:txBody>
      </p:sp>
      <p:sp>
        <p:nvSpPr>
          <p:cNvPr id="772" name="Google Shape;772;p77"/>
          <p:cNvSpPr/>
          <p:nvPr/>
        </p:nvSpPr>
        <p:spPr>
          <a:xfrm>
            <a:off x="4595178" y="1398100"/>
            <a:ext cx="658500" cy="658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7"/>
          <p:cNvSpPr/>
          <p:nvPr/>
        </p:nvSpPr>
        <p:spPr>
          <a:xfrm>
            <a:off x="4595178" y="2524277"/>
            <a:ext cx="658500" cy="65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7"/>
          <p:cNvSpPr/>
          <p:nvPr/>
        </p:nvSpPr>
        <p:spPr>
          <a:xfrm>
            <a:off x="4595153" y="3650453"/>
            <a:ext cx="658500" cy="658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5" name="Google Shape;775;p77"/>
          <p:cNvGrpSpPr/>
          <p:nvPr/>
        </p:nvGrpSpPr>
        <p:grpSpPr>
          <a:xfrm>
            <a:off x="4738524" y="2684179"/>
            <a:ext cx="371814" cy="338690"/>
            <a:chOff x="-40745125" y="3632900"/>
            <a:chExt cx="318225" cy="289875"/>
          </a:xfrm>
        </p:grpSpPr>
        <p:sp>
          <p:nvSpPr>
            <p:cNvPr id="776" name="Google Shape;776;p77"/>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7"/>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7"/>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7"/>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7"/>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7"/>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7"/>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 name="Google Shape;783;p77"/>
          <p:cNvGrpSpPr/>
          <p:nvPr/>
        </p:nvGrpSpPr>
        <p:grpSpPr>
          <a:xfrm>
            <a:off x="4739869" y="1582851"/>
            <a:ext cx="369068" cy="289004"/>
            <a:chOff x="-41526450" y="3653375"/>
            <a:chExt cx="315875" cy="247350"/>
          </a:xfrm>
        </p:grpSpPr>
        <p:sp>
          <p:nvSpPr>
            <p:cNvPr id="784" name="Google Shape;784;p77"/>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7"/>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77"/>
          <p:cNvGrpSpPr/>
          <p:nvPr/>
        </p:nvGrpSpPr>
        <p:grpSpPr>
          <a:xfrm>
            <a:off x="6278575" y="1112225"/>
            <a:ext cx="1483500" cy="3473400"/>
            <a:chOff x="6278575" y="1116825"/>
            <a:chExt cx="1483500" cy="3473400"/>
          </a:xfrm>
        </p:grpSpPr>
        <p:cxnSp>
          <p:nvCxnSpPr>
            <p:cNvPr id="787" name="Google Shape;787;p77"/>
            <p:cNvCxnSpPr/>
            <p:nvPr/>
          </p:nvCxnSpPr>
          <p:spPr>
            <a:xfrm>
              <a:off x="7020425" y="1116825"/>
              <a:ext cx="0" cy="3473400"/>
            </a:xfrm>
            <a:prstGeom prst="straightConnector1">
              <a:avLst/>
            </a:prstGeom>
            <a:noFill/>
            <a:ln cap="flat" cmpd="sng" w="38100">
              <a:solidFill>
                <a:schemeClr val="accent3"/>
              </a:solidFill>
              <a:prstDash val="dash"/>
              <a:round/>
              <a:headEnd len="med" w="med" type="none"/>
              <a:tailEnd len="med" w="med" type="none"/>
            </a:ln>
          </p:spPr>
        </p:cxnSp>
        <p:sp>
          <p:nvSpPr>
            <p:cNvPr id="788" name="Google Shape;788;p77"/>
            <p:cNvSpPr/>
            <p:nvPr/>
          </p:nvSpPr>
          <p:spPr>
            <a:xfrm>
              <a:off x="6278575" y="2515700"/>
              <a:ext cx="1483500" cy="1483500"/>
            </a:xfrm>
            <a:prstGeom prst="ellipse">
              <a:avLst/>
            </a:prstGeom>
            <a:no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 name="Google Shape;789;p77"/>
          <p:cNvGrpSpPr/>
          <p:nvPr/>
        </p:nvGrpSpPr>
        <p:grpSpPr>
          <a:xfrm>
            <a:off x="4775910" y="3774893"/>
            <a:ext cx="297063" cy="409622"/>
            <a:chOff x="3324900" y="3353725"/>
            <a:chExt cx="264975" cy="365375"/>
          </a:xfrm>
        </p:grpSpPr>
        <p:sp>
          <p:nvSpPr>
            <p:cNvPr id="790" name="Google Shape;790;p77"/>
            <p:cNvSpPr/>
            <p:nvPr/>
          </p:nvSpPr>
          <p:spPr>
            <a:xfrm>
              <a:off x="3489500" y="3619150"/>
              <a:ext cx="22775" cy="22775"/>
            </a:xfrm>
            <a:custGeom>
              <a:rect b="b" l="l" r="r" t="t"/>
              <a:pathLst>
                <a:path extrusionOk="0" h="911" w="911">
                  <a:moveTo>
                    <a:pt x="446" y="0"/>
                  </a:moveTo>
                  <a:cubicBezTo>
                    <a:pt x="196" y="0"/>
                    <a:pt x="0" y="197"/>
                    <a:pt x="0" y="446"/>
                  </a:cubicBezTo>
                  <a:cubicBezTo>
                    <a:pt x="0" y="696"/>
                    <a:pt x="196" y="910"/>
                    <a:pt x="446" y="910"/>
                  </a:cubicBezTo>
                  <a:cubicBezTo>
                    <a:pt x="696" y="910"/>
                    <a:pt x="910" y="696"/>
                    <a:pt x="910" y="446"/>
                  </a:cubicBezTo>
                  <a:cubicBezTo>
                    <a:pt x="910" y="197"/>
                    <a:pt x="696" y="0"/>
                    <a:pt x="44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7"/>
            <p:cNvSpPr/>
            <p:nvPr/>
          </p:nvSpPr>
          <p:spPr>
            <a:xfrm>
              <a:off x="3402050" y="3353725"/>
              <a:ext cx="110225" cy="45975"/>
            </a:xfrm>
            <a:custGeom>
              <a:rect b="b" l="l" r="r" t="t"/>
              <a:pathLst>
                <a:path extrusionOk="0" h="1839" w="4409">
                  <a:moveTo>
                    <a:pt x="2196" y="0"/>
                  </a:moveTo>
                  <a:cubicBezTo>
                    <a:pt x="2155" y="0"/>
                    <a:pt x="2113" y="6"/>
                    <a:pt x="2071" y="19"/>
                  </a:cubicBezTo>
                  <a:cubicBezTo>
                    <a:pt x="1874" y="90"/>
                    <a:pt x="1749" y="269"/>
                    <a:pt x="1749" y="465"/>
                  </a:cubicBezTo>
                  <a:cubicBezTo>
                    <a:pt x="1749" y="715"/>
                    <a:pt x="1571" y="911"/>
                    <a:pt x="1321" y="911"/>
                  </a:cubicBezTo>
                  <a:lnTo>
                    <a:pt x="1" y="911"/>
                  </a:lnTo>
                  <a:lnTo>
                    <a:pt x="1" y="1839"/>
                  </a:lnTo>
                  <a:lnTo>
                    <a:pt x="4408" y="1839"/>
                  </a:lnTo>
                  <a:lnTo>
                    <a:pt x="4408" y="911"/>
                  </a:lnTo>
                  <a:lnTo>
                    <a:pt x="3106" y="911"/>
                  </a:lnTo>
                  <a:cubicBezTo>
                    <a:pt x="2874" y="911"/>
                    <a:pt x="2659" y="715"/>
                    <a:pt x="2659" y="483"/>
                  </a:cubicBezTo>
                  <a:cubicBezTo>
                    <a:pt x="2659" y="222"/>
                    <a:pt x="2448" y="0"/>
                    <a:pt x="21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7"/>
            <p:cNvSpPr/>
            <p:nvPr/>
          </p:nvSpPr>
          <p:spPr>
            <a:xfrm>
              <a:off x="3324900" y="3387625"/>
              <a:ext cx="264975" cy="331475"/>
            </a:xfrm>
            <a:custGeom>
              <a:rect b="b" l="l" r="r" t="t"/>
              <a:pathLst>
                <a:path extrusionOk="0" h="13259" w="10599">
                  <a:moveTo>
                    <a:pt x="4383" y="2222"/>
                  </a:moveTo>
                  <a:cubicBezTo>
                    <a:pt x="4492" y="2222"/>
                    <a:pt x="4604" y="2267"/>
                    <a:pt x="4693" y="2356"/>
                  </a:cubicBezTo>
                  <a:cubicBezTo>
                    <a:pt x="4853" y="2517"/>
                    <a:pt x="4853" y="2784"/>
                    <a:pt x="4693" y="2963"/>
                  </a:cubicBezTo>
                  <a:lnTo>
                    <a:pt x="4104" y="3534"/>
                  </a:lnTo>
                  <a:lnTo>
                    <a:pt x="4693" y="4123"/>
                  </a:lnTo>
                  <a:cubicBezTo>
                    <a:pt x="4853" y="4283"/>
                    <a:pt x="4853" y="4551"/>
                    <a:pt x="4693" y="4729"/>
                  </a:cubicBezTo>
                  <a:cubicBezTo>
                    <a:pt x="4604" y="4801"/>
                    <a:pt x="4496" y="4854"/>
                    <a:pt x="4389" y="4854"/>
                  </a:cubicBezTo>
                  <a:cubicBezTo>
                    <a:pt x="4282" y="4854"/>
                    <a:pt x="4175" y="4801"/>
                    <a:pt x="4086" y="4729"/>
                  </a:cubicBezTo>
                  <a:lnTo>
                    <a:pt x="3497" y="4140"/>
                  </a:lnTo>
                  <a:lnTo>
                    <a:pt x="2926" y="4729"/>
                  </a:lnTo>
                  <a:cubicBezTo>
                    <a:pt x="2837" y="4801"/>
                    <a:pt x="2730" y="4854"/>
                    <a:pt x="2623" y="4854"/>
                  </a:cubicBezTo>
                  <a:cubicBezTo>
                    <a:pt x="2516" y="4854"/>
                    <a:pt x="2409" y="4801"/>
                    <a:pt x="2320" y="4729"/>
                  </a:cubicBezTo>
                  <a:cubicBezTo>
                    <a:pt x="2159" y="4551"/>
                    <a:pt x="2159" y="4283"/>
                    <a:pt x="2320" y="4123"/>
                  </a:cubicBezTo>
                  <a:lnTo>
                    <a:pt x="2891" y="3534"/>
                  </a:lnTo>
                  <a:lnTo>
                    <a:pt x="2320" y="2963"/>
                  </a:lnTo>
                  <a:cubicBezTo>
                    <a:pt x="2159" y="2784"/>
                    <a:pt x="2159" y="2517"/>
                    <a:pt x="2320" y="2356"/>
                  </a:cubicBezTo>
                  <a:cubicBezTo>
                    <a:pt x="2400" y="2267"/>
                    <a:pt x="2507" y="2222"/>
                    <a:pt x="2616" y="2222"/>
                  </a:cubicBezTo>
                  <a:cubicBezTo>
                    <a:pt x="2726" y="2222"/>
                    <a:pt x="2837" y="2267"/>
                    <a:pt x="2926" y="2356"/>
                  </a:cubicBezTo>
                  <a:lnTo>
                    <a:pt x="3497" y="2927"/>
                  </a:lnTo>
                  <a:lnTo>
                    <a:pt x="4086" y="2356"/>
                  </a:lnTo>
                  <a:cubicBezTo>
                    <a:pt x="4166" y="2267"/>
                    <a:pt x="4273" y="2222"/>
                    <a:pt x="4383" y="2222"/>
                  </a:cubicBezTo>
                  <a:close/>
                  <a:moveTo>
                    <a:pt x="3490" y="5296"/>
                  </a:moveTo>
                  <a:cubicBezTo>
                    <a:pt x="3711" y="5296"/>
                    <a:pt x="3891" y="5463"/>
                    <a:pt x="3908" y="5675"/>
                  </a:cubicBezTo>
                  <a:cubicBezTo>
                    <a:pt x="3908" y="5693"/>
                    <a:pt x="4140" y="7459"/>
                    <a:pt x="5174" y="8226"/>
                  </a:cubicBezTo>
                  <a:cubicBezTo>
                    <a:pt x="5353" y="8369"/>
                    <a:pt x="5406" y="8637"/>
                    <a:pt x="5264" y="8815"/>
                  </a:cubicBezTo>
                  <a:cubicBezTo>
                    <a:pt x="5174" y="8940"/>
                    <a:pt x="5050" y="8994"/>
                    <a:pt x="4907" y="8994"/>
                  </a:cubicBezTo>
                  <a:cubicBezTo>
                    <a:pt x="4818" y="8994"/>
                    <a:pt x="4728" y="8976"/>
                    <a:pt x="4657" y="8904"/>
                  </a:cubicBezTo>
                  <a:cubicBezTo>
                    <a:pt x="3319" y="7923"/>
                    <a:pt x="3069" y="5853"/>
                    <a:pt x="3051" y="5782"/>
                  </a:cubicBezTo>
                  <a:cubicBezTo>
                    <a:pt x="3033" y="5532"/>
                    <a:pt x="3194" y="5318"/>
                    <a:pt x="3426" y="5300"/>
                  </a:cubicBezTo>
                  <a:cubicBezTo>
                    <a:pt x="3447" y="5297"/>
                    <a:pt x="3469" y="5296"/>
                    <a:pt x="3490" y="5296"/>
                  </a:cubicBezTo>
                  <a:close/>
                  <a:moveTo>
                    <a:pt x="7030" y="8405"/>
                  </a:moveTo>
                  <a:cubicBezTo>
                    <a:pt x="7762" y="8405"/>
                    <a:pt x="8350" y="8994"/>
                    <a:pt x="8350" y="9707"/>
                  </a:cubicBezTo>
                  <a:cubicBezTo>
                    <a:pt x="8350" y="10439"/>
                    <a:pt x="7762" y="11028"/>
                    <a:pt x="7030" y="11028"/>
                  </a:cubicBezTo>
                  <a:cubicBezTo>
                    <a:pt x="6316" y="11028"/>
                    <a:pt x="5728" y="10439"/>
                    <a:pt x="5728" y="9707"/>
                  </a:cubicBezTo>
                  <a:cubicBezTo>
                    <a:pt x="5728" y="8994"/>
                    <a:pt x="6316" y="8405"/>
                    <a:pt x="7030" y="8405"/>
                  </a:cubicBezTo>
                  <a:close/>
                  <a:moveTo>
                    <a:pt x="857" y="1"/>
                  </a:moveTo>
                  <a:cubicBezTo>
                    <a:pt x="375" y="1"/>
                    <a:pt x="0" y="376"/>
                    <a:pt x="0" y="857"/>
                  </a:cubicBezTo>
                  <a:lnTo>
                    <a:pt x="0" y="12384"/>
                  </a:lnTo>
                  <a:cubicBezTo>
                    <a:pt x="0" y="12865"/>
                    <a:pt x="375" y="13258"/>
                    <a:pt x="857" y="13258"/>
                  </a:cubicBezTo>
                  <a:lnTo>
                    <a:pt x="9724" y="13258"/>
                  </a:lnTo>
                  <a:cubicBezTo>
                    <a:pt x="10206" y="13258"/>
                    <a:pt x="10599" y="12865"/>
                    <a:pt x="10599" y="12384"/>
                  </a:cubicBezTo>
                  <a:lnTo>
                    <a:pt x="10599" y="857"/>
                  </a:lnTo>
                  <a:cubicBezTo>
                    <a:pt x="10599" y="376"/>
                    <a:pt x="10206" y="1"/>
                    <a:pt x="9724" y="1"/>
                  </a:cubicBezTo>
                  <a:lnTo>
                    <a:pt x="8333" y="1"/>
                  </a:lnTo>
                  <a:lnTo>
                    <a:pt x="8333" y="893"/>
                  </a:lnTo>
                  <a:cubicBezTo>
                    <a:pt x="8333" y="1125"/>
                    <a:pt x="8136" y="1321"/>
                    <a:pt x="7904" y="1321"/>
                  </a:cubicBezTo>
                  <a:lnTo>
                    <a:pt x="2623" y="1321"/>
                  </a:lnTo>
                  <a:cubicBezTo>
                    <a:pt x="2391" y="1321"/>
                    <a:pt x="2195" y="1125"/>
                    <a:pt x="2195" y="893"/>
                  </a:cubicBezTo>
                  <a:lnTo>
                    <a:pt x="219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1000"/>
                                        <p:tgtEl>
                                          <p:spTgt spid="7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8"/>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Limitation</a:t>
            </a:r>
            <a:endParaRPr/>
          </a:p>
        </p:txBody>
      </p:sp>
      <p:sp>
        <p:nvSpPr>
          <p:cNvPr id="798" name="Google Shape;798;p78"/>
          <p:cNvSpPr txBox="1"/>
          <p:nvPr>
            <p:ph idx="4294967295" type="subTitle"/>
          </p:nvPr>
        </p:nvSpPr>
        <p:spPr>
          <a:xfrm>
            <a:off x="916275" y="1284475"/>
            <a:ext cx="7335900" cy="31338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lt1"/>
              </a:buClr>
              <a:buSzPts val="1600"/>
              <a:buChar char="●"/>
            </a:pPr>
            <a:r>
              <a:rPr lang="en" sz="1600">
                <a:solidFill>
                  <a:schemeClr val="lt1"/>
                </a:solidFill>
              </a:rPr>
              <a:t>Use of Aggregated Team Data</a:t>
            </a:r>
            <a:endParaRPr sz="1600">
              <a:solidFill>
                <a:schemeClr val="lt1"/>
              </a:solidFill>
            </a:endParaRPr>
          </a:p>
          <a:p>
            <a:pPr indent="0" lvl="0" marL="914400" rtl="0" algn="l">
              <a:lnSpc>
                <a:spcPct val="100000"/>
              </a:lnSpc>
              <a:spcBef>
                <a:spcPts val="0"/>
              </a:spcBef>
              <a:spcAft>
                <a:spcPts val="0"/>
              </a:spcAft>
              <a:buNone/>
            </a:pPr>
            <a:r>
              <a:t/>
            </a:r>
            <a:endParaRPr sz="1600">
              <a:solidFill>
                <a:schemeClr val="lt1"/>
              </a:solidFill>
            </a:endParaRPr>
          </a:p>
          <a:p>
            <a:pPr indent="-330200" lvl="0" marL="457200" rtl="0" algn="l">
              <a:lnSpc>
                <a:spcPct val="100000"/>
              </a:lnSpc>
              <a:spcBef>
                <a:spcPts val="0"/>
              </a:spcBef>
              <a:spcAft>
                <a:spcPts val="0"/>
              </a:spcAft>
              <a:buClr>
                <a:schemeClr val="lt1"/>
              </a:buClr>
              <a:buSzPts val="1600"/>
              <a:buChar char="●"/>
            </a:pPr>
            <a:r>
              <a:rPr lang="en" sz="1600">
                <a:solidFill>
                  <a:schemeClr val="lt1"/>
                </a:solidFill>
              </a:rPr>
              <a:t>Unpredictability of </a:t>
            </a:r>
            <a:r>
              <a:rPr lang="en" sz="1600">
                <a:solidFill>
                  <a:schemeClr val="lt1"/>
                </a:solidFill>
              </a:rPr>
              <a:t>Extraneous</a:t>
            </a:r>
            <a:r>
              <a:rPr lang="en" sz="1600">
                <a:solidFill>
                  <a:schemeClr val="lt1"/>
                </a:solidFill>
              </a:rPr>
              <a:t> Factors </a:t>
            </a:r>
            <a:endParaRPr sz="1600">
              <a:solidFill>
                <a:schemeClr val="lt1"/>
              </a:solidFill>
            </a:endParaRPr>
          </a:p>
          <a:p>
            <a:pPr indent="0" lvl="0" marL="914400" rtl="0" algn="l">
              <a:lnSpc>
                <a:spcPct val="100000"/>
              </a:lnSpc>
              <a:spcBef>
                <a:spcPts val="0"/>
              </a:spcBef>
              <a:spcAft>
                <a:spcPts val="0"/>
              </a:spcAft>
              <a:buNone/>
            </a:pPr>
            <a:r>
              <a:t/>
            </a:r>
            <a:endParaRPr sz="1600">
              <a:solidFill>
                <a:schemeClr val="lt1"/>
              </a:solidFill>
            </a:endParaRPr>
          </a:p>
          <a:p>
            <a:pPr indent="-330200" lvl="0" marL="457200" rtl="0" algn="l">
              <a:lnSpc>
                <a:spcPct val="100000"/>
              </a:lnSpc>
              <a:spcBef>
                <a:spcPts val="0"/>
              </a:spcBef>
              <a:spcAft>
                <a:spcPts val="0"/>
              </a:spcAft>
              <a:buClr>
                <a:schemeClr val="lt1"/>
              </a:buClr>
              <a:buSzPts val="1600"/>
              <a:buChar char="●"/>
            </a:pPr>
            <a:r>
              <a:rPr lang="en" sz="1600">
                <a:solidFill>
                  <a:schemeClr val="lt1"/>
                </a:solidFill>
              </a:rPr>
              <a:t>Temporal Variability</a:t>
            </a:r>
            <a:endParaRPr sz="1600">
              <a:solidFill>
                <a:schemeClr val="lt1"/>
              </a:solidFill>
            </a:endParaRPr>
          </a:p>
          <a:p>
            <a:pPr indent="0" lvl="0" marL="914400" rtl="0" algn="l">
              <a:lnSpc>
                <a:spcPct val="100000"/>
              </a:lnSpc>
              <a:spcBef>
                <a:spcPts val="0"/>
              </a:spcBef>
              <a:spcAft>
                <a:spcPts val="0"/>
              </a:spcAft>
              <a:buNone/>
            </a:pPr>
            <a:r>
              <a:t/>
            </a:r>
            <a:endParaRPr sz="1600">
              <a:solidFill>
                <a:schemeClr val="lt1"/>
              </a:solidFill>
            </a:endParaRPr>
          </a:p>
          <a:p>
            <a:pPr indent="-330200" lvl="0" marL="457200" rtl="0" algn="l">
              <a:lnSpc>
                <a:spcPct val="100000"/>
              </a:lnSpc>
              <a:spcBef>
                <a:spcPts val="0"/>
              </a:spcBef>
              <a:spcAft>
                <a:spcPts val="0"/>
              </a:spcAft>
              <a:buClr>
                <a:schemeClr val="lt1"/>
              </a:buClr>
              <a:buSzPts val="1600"/>
              <a:buChar char="●"/>
            </a:pPr>
            <a:r>
              <a:rPr lang="en" sz="1600">
                <a:solidFill>
                  <a:schemeClr val="lt1"/>
                </a:solidFill>
              </a:rPr>
              <a:t>Specific Matchup Dynamics</a:t>
            </a:r>
            <a:endParaRPr sz="1600">
              <a:solidFill>
                <a:schemeClr val="lt1"/>
              </a:solidFill>
            </a:endParaRPr>
          </a:p>
          <a:p>
            <a:pPr indent="0" lvl="0" marL="914400" rtl="0" algn="l">
              <a:lnSpc>
                <a:spcPct val="100000"/>
              </a:lnSpc>
              <a:spcBef>
                <a:spcPts val="0"/>
              </a:spcBef>
              <a:spcAft>
                <a:spcPts val="0"/>
              </a:spcAft>
              <a:buNone/>
            </a:pPr>
            <a:r>
              <a:t/>
            </a:r>
            <a:endParaRPr sz="1600">
              <a:solidFill>
                <a:schemeClr val="lt1"/>
              </a:solidFill>
            </a:endParaRPr>
          </a:p>
        </p:txBody>
      </p:sp>
      <p:grpSp>
        <p:nvGrpSpPr>
          <p:cNvPr id="799" name="Google Shape;799;p78"/>
          <p:cNvGrpSpPr/>
          <p:nvPr/>
        </p:nvGrpSpPr>
        <p:grpSpPr>
          <a:xfrm>
            <a:off x="6352700" y="2445772"/>
            <a:ext cx="1062609" cy="1742795"/>
            <a:chOff x="2694184" y="2494850"/>
            <a:chExt cx="1104010" cy="1810696"/>
          </a:xfrm>
        </p:grpSpPr>
        <p:sp>
          <p:nvSpPr>
            <p:cNvPr id="800" name="Google Shape;800;p78"/>
            <p:cNvSpPr/>
            <p:nvPr/>
          </p:nvSpPr>
          <p:spPr>
            <a:xfrm>
              <a:off x="2694184" y="2494850"/>
              <a:ext cx="1104010" cy="1810696"/>
            </a:xfrm>
            <a:custGeom>
              <a:rect b="b" l="l" r="r" t="t"/>
              <a:pathLst>
                <a:path extrusionOk="0" h="76288" w="46514">
                  <a:moveTo>
                    <a:pt x="0" y="0"/>
                  </a:moveTo>
                  <a:lnTo>
                    <a:pt x="0" y="76288"/>
                  </a:lnTo>
                  <a:lnTo>
                    <a:pt x="46513" y="76288"/>
                  </a:lnTo>
                  <a:lnTo>
                    <a:pt x="4651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78"/>
            <p:cNvSpPr/>
            <p:nvPr/>
          </p:nvSpPr>
          <p:spPr>
            <a:xfrm>
              <a:off x="3333810" y="2770956"/>
              <a:ext cx="23379" cy="21884"/>
            </a:xfrm>
            <a:custGeom>
              <a:rect b="b" l="l" r="r" t="t"/>
              <a:pathLst>
                <a:path extrusionOk="0" h="922" w="985">
                  <a:moveTo>
                    <a:pt x="210" y="1"/>
                  </a:moveTo>
                  <a:lnTo>
                    <a:pt x="1" y="315"/>
                  </a:lnTo>
                  <a:cubicBezTo>
                    <a:pt x="252" y="503"/>
                    <a:pt x="482" y="712"/>
                    <a:pt x="712" y="921"/>
                  </a:cubicBezTo>
                  <a:lnTo>
                    <a:pt x="984" y="649"/>
                  </a:lnTo>
                  <a:cubicBezTo>
                    <a:pt x="754" y="419"/>
                    <a:pt x="482" y="189"/>
                    <a:pt x="2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78"/>
            <p:cNvSpPr/>
            <p:nvPr/>
          </p:nvSpPr>
          <p:spPr>
            <a:xfrm>
              <a:off x="3248887" y="2742166"/>
              <a:ext cx="23877" cy="10942"/>
            </a:xfrm>
            <a:custGeom>
              <a:rect b="b" l="l" r="r" t="t"/>
              <a:pathLst>
                <a:path extrusionOk="0" h="461" w="1006">
                  <a:moveTo>
                    <a:pt x="1" y="0"/>
                  </a:moveTo>
                  <a:lnTo>
                    <a:pt x="22" y="377"/>
                  </a:lnTo>
                  <a:cubicBezTo>
                    <a:pt x="336" y="377"/>
                    <a:pt x="649" y="398"/>
                    <a:pt x="963" y="460"/>
                  </a:cubicBezTo>
                  <a:lnTo>
                    <a:pt x="1005" y="63"/>
                  </a:lnTo>
                  <a:cubicBezTo>
                    <a:pt x="691" y="21"/>
                    <a:pt x="356" y="0"/>
                    <a:pt x="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8"/>
            <p:cNvSpPr/>
            <p:nvPr/>
          </p:nvSpPr>
          <p:spPr>
            <a:xfrm>
              <a:off x="3293580" y="2749120"/>
              <a:ext cx="24874" cy="17398"/>
            </a:xfrm>
            <a:custGeom>
              <a:rect b="b" l="l" r="r" t="t"/>
              <a:pathLst>
                <a:path extrusionOk="0" h="733" w="1048">
                  <a:moveTo>
                    <a:pt x="105" y="0"/>
                  </a:moveTo>
                  <a:lnTo>
                    <a:pt x="1" y="377"/>
                  </a:lnTo>
                  <a:cubicBezTo>
                    <a:pt x="294" y="481"/>
                    <a:pt x="587" y="586"/>
                    <a:pt x="880" y="732"/>
                  </a:cubicBezTo>
                  <a:lnTo>
                    <a:pt x="1047" y="398"/>
                  </a:lnTo>
                  <a:cubicBezTo>
                    <a:pt x="754" y="251"/>
                    <a:pt x="440" y="105"/>
                    <a:pt x="1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8"/>
            <p:cNvSpPr/>
            <p:nvPr/>
          </p:nvSpPr>
          <p:spPr>
            <a:xfrm>
              <a:off x="3125230" y="2786858"/>
              <a:ext cx="22382" cy="23854"/>
            </a:xfrm>
            <a:custGeom>
              <a:rect b="b" l="l" r="r" t="t"/>
              <a:pathLst>
                <a:path extrusionOk="0" h="1005" w="943">
                  <a:moveTo>
                    <a:pt x="670" y="0"/>
                  </a:moveTo>
                  <a:cubicBezTo>
                    <a:pt x="419" y="251"/>
                    <a:pt x="210" y="502"/>
                    <a:pt x="1" y="774"/>
                  </a:cubicBezTo>
                  <a:lnTo>
                    <a:pt x="315" y="1005"/>
                  </a:lnTo>
                  <a:cubicBezTo>
                    <a:pt x="503" y="754"/>
                    <a:pt x="712" y="502"/>
                    <a:pt x="942" y="272"/>
                  </a:cubicBezTo>
                  <a:lnTo>
                    <a:pt x="67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8"/>
            <p:cNvSpPr/>
            <p:nvPr/>
          </p:nvSpPr>
          <p:spPr>
            <a:xfrm>
              <a:off x="3365591" y="2804731"/>
              <a:ext cx="19890" cy="24352"/>
            </a:xfrm>
            <a:custGeom>
              <a:rect b="b" l="l" r="r" t="t"/>
              <a:pathLst>
                <a:path extrusionOk="0" h="1026" w="838">
                  <a:moveTo>
                    <a:pt x="315" y="1"/>
                  </a:moveTo>
                  <a:lnTo>
                    <a:pt x="1" y="231"/>
                  </a:lnTo>
                  <a:cubicBezTo>
                    <a:pt x="189" y="482"/>
                    <a:pt x="356" y="754"/>
                    <a:pt x="503" y="1026"/>
                  </a:cubicBezTo>
                  <a:lnTo>
                    <a:pt x="838" y="858"/>
                  </a:lnTo>
                  <a:cubicBezTo>
                    <a:pt x="691" y="565"/>
                    <a:pt x="503" y="273"/>
                    <a:pt x="3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78"/>
            <p:cNvSpPr/>
            <p:nvPr/>
          </p:nvSpPr>
          <p:spPr>
            <a:xfrm>
              <a:off x="3201703" y="2744136"/>
              <a:ext cx="24874" cy="13932"/>
            </a:xfrm>
            <a:custGeom>
              <a:rect b="b" l="l" r="r" t="t"/>
              <a:pathLst>
                <a:path extrusionOk="0" h="587" w="1048">
                  <a:moveTo>
                    <a:pt x="984" y="1"/>
                  </a:moveTo>
                  <a:cubicBezTo>
                    <a:pt x="650" y="43"/>
                    <a:pt x="315" y="126"/>
                    <a:pt x="1" y="231"/>
                  </a:cubicBezTo>
                  <a:lnTo>
                    <a:pt x="127" y="587"/>
                  </a:lnTo>
                  <a:cubicBezTo>
                    <a:pt x="419" y="503"/>
                    <a:pt x="733" y="419"/>
                    <a:pt x="1047" y="377"/>
                  </a:cubicBezTo>
                  <a:lnTo>
                    <a:pt x="9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8"/>
            <p:cNvSpPr/>
            <p:nvPr/>
          </p:nvSpPr>
          <p:spPr>
            <a:xfrm>
              <a:off x="3159004" y="2758543"/>
              <a:ext cx="24851" cy="20388"/>
            </a:xfrm>
            <a:custGeom>
              <a:rect b="b" l="l" r="r" t="t"/>
              <a:pathLst>
                <a:path extrusionOk="0" h="859" w="1047">
                  <a:moveTo>
                    <a:pt x="879" y="1"/>
                  </a:moveTo>
                  <a:cubicBezTo>
                    <a:pt x="566" y="168"/>
                    <a:pt x="273" y="335"/>
                    <a:pt x="1" y="545"/>
                  </a:cubicBezTo>
                  <a:lnTo>
                    <a:pt x="231" y="859"/>
                  </a:lnTo>
                  <a:cubicBezTo>
                    <a:pt x="482" y="670"/>
                    <a:pt x="754" y="503"/>
                    <a:pt x="1047" y="356"/>
                  </a:cubicBezTo>
                  <a:lnTo>
                    <a:pt x="8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8"/>
            <p:cNvSpPr/>
            <p:nvPr/>
          </p:nvSpPr>
          <p:spPr>
            <a:xfrm>
              <a:off x="2694184" y="2494850"/>
              <a:ext cx="1104010" cy="1810696"/>
            </a:xfrm>
            <a:custGeom>
              <a:rect b="b" l="l" r="r" t="t"/>
              <a:pathLst>
                <a:path extrusionOk="0" h="76288" w="46514">
                  <a:moveTo>
                    <a:pt x="29398" y="377"/>
                  </a:moveTo>
                  <a:lnTo>
                    <a:pt x="29398" y="14877"/>
                  </a:lnTo>
                  <a:lnTo>
                    <a:pt x="29147" y="14961"/>
                  </a:lnTo>
                  <a:cubicBezTo>
                    <a:pt x="29251" y="15274"/>
                    <a:pt x="29314" y="15588"/>
                    <a:pt x="29377" y="15881"/>
                  </a:cubicBezTo>
                  <a:lnTo>
                    <a:pt x="29398" y="15881"/>
                  </a:lnTo>
                  <a:lnTo>
                    <a:pt x="29398" y="16697"/>
                  </a:lnTo>
                  <a:lnTo>
                    <a:pt x="17346" y="16697"/>
                  </a:lnTo>
                  <a:cubicBezTo>
                    <a:pt x="17346" y="16425"/>
                    <a:pt x="17367" y="16174"/>
                    <a:pt x="17409" y="15923"/>
                  </a:cubicBezTo>
                  <a:lnTo>
                    <a:pt x="17325" y="15902"/>
                  </a:lnTo>
                  <a:lnTo>
                    <a:pt x="17325" y="14898"/>
                  </a:lnTo>
                  <a:lnTo>
                    <a:pt x="17618" y="14982"/>
                  </a:lnTo>
                  <a:cubicBezTo>
                    <a:pt x="17722" y="14689"/>
                    <a:pt x="17848" y="14396"/>
                    <a:pt x="17994" y="14124"/>
                  </a:cubicBezTo>
                  <a:lnTo>
                    <a:pt x="17639" y="13935"/>
                  </a:lnTo>
                  <a:cubicBezTo>
                    <a:pt x="17513" y="14165"/>
                    <a:pt x="17429" y="14417"/>
                    <a:pt x="17325" y="14668"/>
                  </a:cubicBezTo>
                  <a:lnTo>
                    <a:pt x="17325" y="377"/>
                  </a:lnTo>
                  <a:close/>
                  <a:moveTo>
                    <a:pt x="16948" y="377"/>
                  </a:moveTo>
                  <a:lnTo>
                    <a:pt x="16948" y="16865"/>
                  </a:lnTo>
                  <a:lnTo>
                    <a:pt x="16948" y="16886"/>
                  </a:lnTo>
                  <a:cubicBezTo>
                    <a:pt x="16948" y="19543"/>
                    <a:pt x="18580" y="21824"/>
                    <a:pt x="20882" y="22807"/>
                  </a:cubicBezTo>
                  <a:cubicBezTo>
                    <a:pt x="12450" y="21824"/>
                    <a:pt x="5901" y="14647"/>
                    <a:pt x="5901" y="5963"/>
                  </a:cubicBezTo>
                  <a:lnTo>
                    <a:pt x="5901" y="377"/>
                  </a:lnTo>
                  <a:close/>
                  <a:moveTo>
                    <a:pt x="40885" y="377"/>
                  </a:moveTo>
                  <a:lnTo>
                    <a:pt x="40885" y="5963"/>
                  </a:lnTo>
                  <a:cubicBezTo>
                    <a:pt x="40885" y="14668"/>
                    <a:pt x="34294" y="21865"/>
                    <a:pt x="25841" y="22807"/>
                  </a:cubicBezTo>
                  <a:cubicBezTo>
                    <a:pt x="26008" y="22744"/>
                    <a:pt x="26176" y="22660"/>
                    <a:pt x="26322" y="22577"/>
                  </a:cubicBezTo>
                  <a:lnTo>
                    <a:pt x="26343" y="22598"/>
                  </a:lnTo>
                  <a:cubicBezTo>
                    <a:pt x="26636" y="22430"/>
                    <a:pt x="26929" y="22263"/>
                    <a:pt x="27201" y="22054"/>
                  </a:cubicBezTo>
                  <a:lnTo>
                    <a:pt x="27180" y="22033"/>
                  </a:lnTo>
                  <a:cubicBezTo>
                    <a:pt x="27452" y="21844"/>
                    <a:pt x="27703" y="21614"/>
                    <a:pt x="27933" y="21384"/>
                  </a:cubicBezTo>
                  <a:lnTo>
                    <a:pt x="28582" y="20610"/>
                  </a:lnTo>
                  <a:cubicBezTo>
                    <a:pt x="28791" y="20338"/>
                    <a:pt x="28958" y="20045"/>
                    <a:pt x="29105" y="19752"/>
                  </a:cubicBezTo>
                  <a:lnTo>
                    <a:pt x="29481" y="18811"/>
                  </a:lnTo>
                  <a:cubicBezTo>
                    <a:pt x="29586" y="18497"/>
                    <a:pt x="29670" y="18183"/>
                    <a:pt x="29712" y="17848"/>
                  </a:cubicBezTo>
                  <a:lnTo>
                    <a:pt x="29795" y="16844"/>
                  </a:lnTo>
                  <a:lnTo>
                    <a:pt x="29795" y="377"/>
                  </a:lnTo>
                  <a:close/>
                  <a:moveTo>
                    <a:pt x="29398" y="17074"/>
                  </a:moveTo>
                  <a:cubicBezTo>
                    <a:pt x="29293" y="20317"/>
                    <a:pt x="26636" y="22912"/>
                    <a:pt x="23372" y="22912"/>
                  </a:cubicBezTo>
                  <a:cubicBezTo>
                    <a:pt x="23225" y="22912"/>
                    <a:pt x="23079" y="22912"/>
                    <a:pt x="22911" y="22891"/>
                  </a:cubicBezTo>
                  <a:cubicBezTo>
                    <a:pt x="22744" y="22891"/>
                    <a:pt x="22598" y="22870"/>
                    <a:pt x="22451" y="22849"/>
                  </a:cubicBezTo>
                  <a:cubicBezTo>
                    <a:pt x="22116" y="22807"/>
                    <a:pt x="21823" y="22723"/>
                    <a:pt x="21510" y="22619"/>
                  </a:cubicBezTo>
                  <a:cubicBezTo>
                    <a:pt x="21217" y="22535"/>
                    <a:pt x="20924" y="22409"/>
                    <a:pt x="20631" y="22263"/>
                  </a:cubicBezTo>
                  <a:cubicBezTo>
                    <a:pt x="20359" y="22116"/>
                    <a:pt x="20087" y="21949"/>
                    <a:pt x="19836" y="21761"/>
                  </a:cubicBezTo>
                  <a:cubicBezTo>
                    <a:pt x="19564" y="21572"/>
                    <a:pt x="19333" y="21363"/>
                    <a:pt x="19103" y="21154"/>
                  </a:cubicBezTo>
                  <a:cubicBezTo>
                    <a:pt x="18873" y="20924"/>
                    <a:pt x="18664" y="20673"/>
                    <a:pt x="18476" y="20422"/>
                  </a:cubicBezTo>
                  <a:lnTo>
                    <a:pt x="18497" y="20422"/>
                  </a:lnTo>
                  <a:cubicBezTo>
                    <a:pt x="18308" y="20171"/>
                    <a:pt x="18141" y="19899"/>
                    <a:pt x="17994" y="19606"/>
                  </a:cubicBezTo>
                  <a:cubicBezTo>
                    <a:pt x="17848" y="19334"/>
                    <a:pt x="17722" y="19041"/>
                    <a:pt x="17618" y="18727"/>
                  </a:cubicBezTo>
                  <a:cubicBezTo>
                    <a:pt x="17534" y="18434"/>
                    <a:pt x="17450" y="18120"/>
                    <a:pt x="17409" y="17806"/>
                  </a:cubicBezTo>
                  <a:cubicBezTo>
                    <a:pt x="17367" y="17576"/>
                    <a:pt x="17346" y="17325"/>
                    <a:pt x="17325" y="17074"/>
                  </a:cubicBezTo>
                  <a:close/>
                  <a:moveTo>
                    <a:pt x="23246" y="27557"/>
                  </a:moveTo>
                  <a:cubicBezTo>
                    <a:pt x="29021" y="27557"/>
                    <a:pt x="33729" y="32202"/>
                    <a:pt x="33854" y="37935"/>
                  </a:cubicBezTo>
                  <a:lnTo>
                    <a:pt x="12659" y="37935"/>
                  </a:lnTo>
                  <a:cubicBezTo>
                    <a:pt x="12784" y="32202"/>
                    <a:pt x="17471" y="27557"/>
                    <a:pt x="23246" y="27557"/>
                  </a:cubicBezTo>
                  <a:close/>
                  <a:moveTo>
                    <a:pt x="46137" y="377"/>
                  </a:moveTo>
                  <a:lnTo>
                    <a:pt x="46137" y="37935"/>
                  </a:lnTo>
                  <a:lnTo>
                    <a:pt x="34231" y="37935"/>
                  </a:lnTo>
                  <a:cubicBezTo>
                    <a:pt x="34126" y="31971"/>
                    <a:pt x="29251" y="27159"/>
                    <a:pt x="23246" y="27159"/>
                  </a:cubicBezTo>
                  <a:cubicBezTo>
                    <a:pt x="17262" y="27159"/>
                    <a:pt x="12387" y="31971"/>
                    <a:pt x="12282" y="37935"/>
                  </a:cubicBezTo>
                  <a:lnTo>
                    <a:pt x="377" y="37935"/>
                  </a:lnTo>
                  <a:lnTo>
                    <a:pt x="377" y="377"/>
                  </a:lnTo>
                  <a:lnTo>
                    <a:pt x="5524" y="377"/>
                  </a:lnTo>
                  <a:lnTo>
                    <a:pt x="5524" y="5963"/>
                  </a:lnTo>
                  <a:cubicBezTo>
                    <a:pt x="5524" y="15526"/>
                    <a:pt x="13287" y="23309"/>
                    <a:pt x="22849" y="23309"/>
                  </a:cubicBezTo>
                  <a:lnTo>
                    <a:pt x="23916" y="23309"/>
                  </a:lnTo>
                  <a:cubicBezTo>
                    <a:pt x="33478" y="23309"/>
                    <a:pt x="41261" y="15526"/>
                    <a:pt x="41261" y="5963"/>
                  </a:cubicBezTo>
                  <a:lnTo>
                    <a:pt x="41261" y="377"/>
                  </a:lnTo>
                  <a:close/>
                  <a:moveTo>
                    <a:pt x="33854" y="38353"/>
                  </a:moveTo>
                  <a:cubicBezTo>
                    <a:pt x="33729" y="44086"/>
                    <a:pt x="29021" y="48731"/>
                    <a:pt x="23246" y="48731"/>
                  </a:cubicBezTo>
                  <a:cubicBezTo>
                    <a:pt x="17492" y="48731"/>
                    <a:pt x="12784" y="44086"/>
                    <a:pt x="12659" y="38353"/>
                  </a:cubicBezTo>
                  <a:close/>
                  <a:moveTo>
                    <a:pt x="23372" y="53376"/>
                  </a:moveTo>
                  <a:cubicBezTo>
                    <a:pt x="26636" y="53376"/>
                    <a:pt x="29293" y="55971"/>
                    <a:pt x="29398" y="59214"/>
                  </a:cubicBezTo>
                  <a:lnTo>
                    <a:pt x="17346" y="59214"/>
                  </a:lnTo>
                  <a:cubicBezTo>
                    <a:pt x="17346" y="58963"/>
                    <a:pt x="17367" y="58712"/>
                    <a:pt x="17409" y="58482"/>
                  </a:cubicBezTo>
                  <a:cubicBezTo>
                    <a:pt x="17450" y="58168"/>
                    <a:pt x="17534" y="57854"/>
                    <a:pt x="17618" y="57561"/>
                  </a:cubicBezTo>
                  <a:cubicBezTo>
                    <a:pt x="17722" y="57247"/>
                    <a:pt x="17848" y="56954"/>
                    <a:pt x="17994" y="56682"/>
                  </a:cubicBezTo>
                  <a:cubicBezTo>
                    <a:pt x="18141" y="56389"/>
                    <a:pt x="18308" y="56117"/>
                    <a:pt x="18497" y="55866"/>
                  </a:cubicBezTo>
                  <a:lnTo>
                    <a:pt x="18476" y="55866"/>
                  </a:lnTo>
                  <a:cubicBezTo>
                    <a:pt x="18664" y="55615"/>
                    <a:pt x="18873" y="55364"/>
                    <a:pt x="19103" y="55134"/>
                  </a:cubicBezTo>
                  <a:cubicBezTo>
                    <a:pt x="19333" y="54925"/>
                    <a:pt x="19585" y="54715"/>
                    <a:pt x="19836" y="54527"/>
                  </a:cubicBezTo>
                  <a:cubicBezTo>
                    <a:pt x="20087" y="54339"/>
                    <a:pt x="20359" y="54171"/>
                    <a:pt x="20631" y="54025"/>
                  </a:cubicBezTo>
                  <a:cubicBezTo>
                    <a:pt x="20924" y="53879"/>
                    <a:pt x="21217" y="53774"/>
                    <a:pt x="21510" y="53669"/>
                  </a:cubicBezTo>
                  <a:cubicBezTo>
                    <a:pt x="21823" y="53565"/>
                    <a:pt x="22116" y="53481"/>
                    <a:pt x="22451" y="53439"/>
                  </a:cubicBezTo>
                  <a:cubicBezTo>
                    <a:pt x="22598" y="53418"/>
                    <a:pt x="22744" y="53397"/>
                    <a:pt x="22911" y="53397"/>
                  </a:cubicBezTo>
                  <a:cubicBezTo>
                    <a:pt x="23079" y="53376"/>
                    <a:pt x="23225" y="53376"/>
                    <a:pt x="23372" y="53376"/>
                  </a:cubicBezTo>
                  <a:close/>
                  <a:moveTo>
                    <a:pt x="20882" y="53481"/>
                  </a:moveTo>
                  <a:cubicBezTo>
                    <a:pt x="18580" y="54464"/>
                    <a:pt x="16948" y="56745"/>
                    <a:pt x="16948" y="59402"/>
                  </a:cubicBezTo>
                  <a:lnTo>
                    <a:pt x="16948" y="59423"/>
                  </a:lnTo>
                  <a:lnTo>
                    <a:pt x="16948" y="75911"/>
                  </a:lnTo>
                  <a:lnTo>
                    <a:pt x="5901" y="75911"/>
                  </a:lnTo>
                  <a:lnTo>
                    <a:pt x="5901" y="70324"/>
                  </a:lnTo>
                  <a:cubicBezTo>
                    <a:pt x="5901" y="61641"/>
                    <a:pt x="12450" y="54464"/>
                    <a:pt x="20882" y="53481"/>
                  </a:cubicBezTo>
                  <a:close/>
                  <a:moveTo>
                    <a:pt x="29398" y="59591"/>
                  </a:moveTo>
                  <a:lnTo>
                    <a:pt x="29398" y="60407"/>
                  </a:lnTo>
                  <a:lnTo>
                    <a:pt x="29377" y="60386"/>
                  </a:lnTo>
                  <a:cubicBezTo>
                    <a:pt x="29314" y="60700"/>
                    <a:pt x="29251" y="61013"/>
                    <a:pt x="29147" y="61327"/>
                  </a:cubicBezTo>
                  <a:lnTo>
                    <a:pt x="29398" y="61411"/>
                  </a:lnTo>
                  <a:lnTo>
                    <a:pt x="29398" y="75911"/>
                  </a:lnTo>
                  <a:lnTo>
                    <a:pt x="17325" y="75911"/>
                  </a:lnTo>
                  <a:lnTo>
                    <a:pt x="17325" y="61620"/>
                  </a:lnTo>
                  <a:cubicBezTo>
                    <a:pt x="17429" y="61871"/>
                    <a:pt x="17513" y="62122"/>
                    <a:pt x="17639" y="62353"/>
                  </a:cubicBezTo>
                  <a:lnTo>
                    <a:pt x="17994" y="62185"/>
                  </a:lnTo>
                  <a:cubicBezTo>
                    <a:pt x="17848" y="61892"/>
                    <a:pt x="17722" y="61599"/>
                    <a:pt x="17618" y="61306"/>
                  </a:cubicBezTo>
                  <a:lnTo>
                    <a:pt x="17325" y="61390"/>
                  </a:lnTo>
                  <a:lnTo>
                    <a:pt x="17325" y="60386"/>
                  </a:lnTo>
                  <a:lnTo>
                    <a:pt x="17409" y="60365"/>
                  </a:lnTo>
                  <a:cubicBezTo>
                    <a:pt x="17367" y="60114"/>
                    <a:pt x="17346" y="59863"/>
                    <a:pt x="17346" y="59591"/>
                  </a:cubicBezTo>
                  <a:close/>
                  <a:moveTo>
                    <a:pt x="25841" y="53481"/>
                  </a:moveTo>
                  <a:cubicBezTo>
                    <a:pt x="34294" y="54423"/>
                    <a:pt x="40885" y="61620"/>
                    <a:pt x="40885" y="70324"/>
                  </a:cubicBezTo>
                  <a:lnTo>
                    <a:pt x="40885" y="75911"/>
                  </a:lnTo>
                  <a:lnTo>
                    <a:pt x="29795" y="75911"/>
                  </a:lnTo>
                  <a:lnTo>
                    <a:pt x="29795" y="59444"/>
                  </a:lnTo>
                  <a:lnTo>
                    <a:pt x="29712" y="58440"/>
                  </a:lnTo>
                  <a:cubicBezTo>
                    <a:pt x="29670" y="58105"/>
                    <a:pt x="29586" y="57791"/>
                    <a:pt x="29481" y="57477"/>
                  </a:cubicBezTo>
                  <a:lnTo>
                    <a:pt x="29105" y="56536"/>
                  </a:lnTo>
                  <a:cubicBezTo>
                    <a:pt x="28958" y="56243"/>
                    <a:pt x="28791" y="55950"/>
                    <a:pt x="28582" y="55678"/>
                  </a:cubicBezTo>
                  <a:lnTo>
                    <a:pt x="27933" y="54904"/>
                  </a:lnTo>
                  <a:cubicBezTo>
                    <a:pt x="27703" y="54674"/>
                    <a:pt x="27452" y="54443"/>
                    <a:pt x="27180" y="54255"/>
                  </a:cubicBezTo>
                  <a:lnTo>
                    <a:pt x="26322" y="53711"/>
                  </a:lnTo>
                  <a:cubicBezTo>
                    <a:pt x="26176" y="53627"/>
                    <a:pt x="26008" y="53544"/>
                    <a:pt x="25841" y="53481"/>
                  </a:cubicBezTo>
                  <a:close/>
                  <a:moveTo>
                    <a:pt x="46137" y="38353"/>
                  </a:moveTo>
                  <a:lnTo>
                    <a:pt x="46137" y="75911"/>
                  </a:lnTo>
                  <a:lnTo>
                    <a:pt x="41261" y="75911"/>
                  </a:lnTo>
                  <a:lnTo>
                    <a:pt x="41261" y="70324"/>
                  </a:lnTo>
                  <a:cubicBezTo>
                    <a:pt x="41261" y="60762"/>
                    <a:pt x="33478" y="52979"/>
                    <a:pt x="23916" y="52979"/>
                  </a:cubicBezTo>
                  <a:lnTo>
                    <a:pt x="22849" y="52979"/>
                  </a:lnTo>
                  <a:cubicBezTo>
                    <a:pt x="13287" y="52979"/>
                    <a:pt x="5524" y="60762"/>
                    <a:pt x="5524" y="70324"/>
                  </a:cubicBezTo>
                  <a:lnTo>
                    <a:pt x="5524" y="75911"/>
                  </a:lnTo>
                  <a:lnTo>
                    <a:pt x="377" y="75911"/>
                  </a:lnTo>
                  <a:lnTo>
                    <a:pt x="377" y="38353"/>
                  </a:lnTo>
                  <a:lnTo>
                    <a:pt x="12282" y="38353"/>
                  </a:lnTo>
                  <a:cubicBezTo>
                    <a:pt x="12387" y="44316"/>
                    <a:pt x="17262" y="49129"/>
                    <a:pt x="23246" y="49129"/>
                  </a:cubicBezTo>
                  <a:cubicBezTo>
                    <a:pt x="29251" y="49129"/>
                    <a:pt x="34126" y="44316"/>
                    <a:pt x="34231" y="38353"/>
                  </a:cubicBezTo>
                  <a:close/>
                  <a:moveTo>
                    <a:pt x="0" y="0"/>
                  </a:moveTo>
                  <a:lnTo>
                    <a:pt x="0" y="37956"/>
                  </a:lnTo>
                  <a:lnTo>
                    <a:pt x="0" y="38332"/>
                  </a:lnTo>
                  <a:lnTo>
                    <a:pt x="0" y="76288"/>
                  </a:lnTo>
                  <a:lnTo>
                    <a:pt x="46513" y="76288"/>
                  </a:lnTo>
                  <a:lnTo>
                    <a:pt x="46513" y="38332"/>
                  </a:lnTo>
                  <a:lnTo>
                    <a:pt x="46513" y="37956"/>
                  </a:lnTo>
                  <a:lnTo>
                    <a:pt x="465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8"/>
            <p:cNvSpPr/>
            <p:nvPr/>
          </p:nvSpPr>
          <p:spPr>
            <a:xfrm>
              <a:off x="3333810" y="4007535"/>
              <a:ext cx="23379" cy="21884"/>
            </a:xfrm>
            <a:custGeom>
              <a:rect b="b" l="l" r="r" t="t"/>
              <a:pathLst>
                <a:path extrusionOk="0" h="922" w="985">
                  <a:moveTo>
                    <a:pt x="712" y="1"/>
                  </a:moveTo>
                  <a:cubicBezTo>
                    <a:pt x="482" y="210"/>
                    <a:pt x="252" y="419"/>
                    <a:pt x="1" y="607"/>
                  </a:cubicBezTo>
                  <a:lnTo>
                    <a:pt x="210" y="921"/>
                  </a:lnTo>
                  <a:cubicBezTo>
                    <a:pt x="482" y="733"/>
                    <a:pt x="754" y="503"/>
                    <a:pt x="984" y="273"/>
                  </a:cubicBezTo>
                  <a:lnTo>
                    <a:pt x="7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8"/>
            <p:cNvSpPr/>
            <p:nvPr/>
          </p:nvSpPr>
          <p:spPr>
            <a:xfrm>
              <a:off x="3248887" y="4047765"/>
              <a:ext cx="23877" cy="10443"/>
            </a:xfrm>
            <a:custGeom>
              <a:rect b="b" l="l" r="r" t="t"/>
              <a:pathLst>
                <a:path extrusionOk="0" h="440" w="1006">
                  <a:moveTo>
                    <a:pt x="963" y="0"/>
                  </a:moveTo>
                  <a:cubicBezTo>
                    <a:pt x="649" y="42"/>
                    <a:pt x="336" y="63"/>
                    <a:pt x="22" y="63"/>
                  </a:cubicBezTo>
                  <a:lnTo>
                    <a:pt x="1" y="440"/>
                  </a:lnTo>
                  <a:lnTo>
                    <a:pt x="22" y="440"/>
                  </a:lnTo>
                  <a:cubicBezTo>
                    <a:pt x="356" y="440"/>
                    <a:pt x="691" y="419"/>
                    <a:pt x="1005" y="377"/>
                  </a:cubicBezTo>
                  <a:lnTo>
                    <a:pt x="96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8"/>
            <p:cNvSpPr/>
            <p:nvPr/>
          </p:nvSpPr>
          <p:spPr>
            <a:xfrm>
              <a:off x="3293580" y="4033857"/>
              <a:ext cx="24874" cy="17398"/>
            </a:xfrm>
            <a:custGeom>
              <a:rect b="b" l="l" r="r" t="t"/>
              <a:pathLst>
                <a:path extrusionOk="0" h="733" w="1048">
                  <a:moveTo>
                    <a:pt x="880" y="0"/>
                  </a:moveTo>
                  <a:cubicBezTo>
                    <a:pt x="587" y="147"/>
                    <a:pt x="294" y="252"/>
                    <a:pt x="1" y="356"/>
                  </a:cubicBezTo>
                  <a:lnTo>
                    <a:pt x="105" y="733"/>
                  </a:lnTo>
                  <a:cubicBezTo>
                    <a:pt x="440" y="628"/>
                    <a:pt x="754" y="482"/>
                    <a:pt x="1047" y="335"/>
                  </a:cubicBezTo>
                  <a:lnTo>
                    <a:pt x="88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8"/>
            <p:cNvSpPr/>
            <p:nvPr/>
          </p:nvSpPr>
          <p:spPr>
            <a:xfrm>
              <a:off x="3125230" y="3989663"/>
              <a:ext cx="22382" cy="23854"/>
            </a:xfrm>
            <a:custGeom>
              <a:rect b="b" l="l" r="r" t="t"/>
              <a:pathLst>
                <a:path extrusionOk="0" h="1005" w="943">
                  <a:moveTo>
                    <a:pt x="315" y="0"/>
                  </a:moveTo>
                  <a:lnTo>
                    <a:pt x="1" y="230"/>
                  </a:lnTo>
                  <a:cubicBezTo>
                    <a:pt x="210" y="502"/>
                    <a:pt x="419" y="754"/>
                    <a:pt x="670" y="1005"/>
                  </a:cubicBezTo>
                  <a:lnTo>
                    <a:pt x="942" y="733"/>
                  </a:lnTo>
                  <a:cubicBezTo>
                    <a:pt x="712" y="502"/>
                    <a:pt x="503" y="251"/>
                    <a:pt x="3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78"/>
            <p:cNvSpPr/>
            <p:nvPr/>
          </p:nvSpPr>
          <p:spPr>
            <a:xfrm>
              <a:off x="3365591" y="3971292"/>
              <a:ext cx="19890" cy="24352"/>
            </a:xfrm>
            <a:custGeom>
              <a:rect b="b" l="l" r="r" t="t"/>
              <a:pathLst>
                <a:path extrusionOk="0" h="1026" w="838">
                  <a:moveTo>
                    <a:pt x="503" y="0"/>
                  </a:moveTo>
                  <a:cubicBezTo>
                    <a:pt x="356" y="272"/>
                    <a:pt x="189" y="544"/>
                    <a:pt x="1" y="795"/>
                  </a:cubicBezTo>
                  <a:lnTo>
                    <a:pt x="315" y="1025"/>
                  </a:lnTo>
                  <a:cubicBezTo>
                    <a:pt x="503" y="753"/>
                    <a:pt x="691" y="460"/>
                    <a:pt x="838" y="167"/>
                  </a:cubicBezTo>
                  <a:lnTo>
                    <a:pt x="50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8"/>
            <p:cNvSpPr/>
            <p:nvPr/>
          </p:nvSpPr>
          <p:spPr>
            <a:xfrm>
              <a:off x="3201703" y="4042306"/>
              <a:ext cx="24874" cy="14407"/>
            </a:xfrm>
            <a:custGeom>
              <a:rect b="b" l="l" r="r" t="t"/>
              <a:pathLst>
                <a:path extrusionOk="0" h="607" w="1048">
                  <a:moveTo>
                    <a:pt x="127" y="0"/>
                  </a:moveTo>
                  <a:lnTo>
                    <a:pt x="1" y="356"/>
                  </a:lnTo>
                  <a:cubicBezTo>
                    <a:pt x="315" y="461"/>
                    <a:pt x="650" y="544"/>
                    <a:pt x="984" y="607"/>
                  </a:cubicBezTo>
                  <a:lnTo>
                    <a:pt x="1047" y="209"/>
                  </a:lnTo>
                  <a:cubicBezTo>
                    <a:pt x="733" y="168"/>
                    <a:pt x="419" y="84"/>
                    <a:pt x="1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8"/>
            <p:cNvSpPr/>
            <p:nvPr/>
          </p:nvSpPr>
          <p:spPr>
            <a:xfrm>
              <a:off x="3159004" y="4021444"/>
              <a:ext cx="24851" cy="20388"/>
            </a:xfrm>
            <a:custGeom>
              <a:rect b="b" l="l" r="r" t="t"/>
              <a:pathLst>
                <a:path extrusionOk="0" h="859" w="1047">
                  <a:moveTo>
                    <a:pt x="231" y="0"/>
                  </a:moveTo>
                  <a:lnTo>
                    <a:pt x="1" y="314"/>
                  </a:lnTo>
                  <a:cubicBezTo>
                    <a:pt x="273" y="523"/>
                    <a:pt x="566" y="691"/>
                    <a:pt x="879" y="858"/>
                  </a:cubicBezTo>
                  <a:lnTo>
                    <a:pt x="1047" y="503"/>
                  </a:lnTo>
                  <a:cubicBezTo>
                    <a:pt x="754" y="356"/>
                    <a:pt x="482" y="189"/>
                    <a:pt x="2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78"/>
          <p:cNvGrpSpPr/>
          <p:nvPr/>
        </p:nvGrpSpPr>
        <p:grpSpPr>
          <a:xfrm>
            <a:off x="6321151" y="1514167"/>
            <a:ext cx="1125707" cy="613752"/>
            <a:chOff x="2661407" y="1526949"/>
            <a:chExt cx="1169566" cy="637665"/>
          </a:xfrm>
        </p:grpSpPr>
        <p:sp>
          <p:nvSpPr>
            <p:cNvPr id="817" name="Google Shape;817;p78"/>
            <p:cNvSpPr/>
            <p:nvPr/>
          </p:nvSpPr>
          <p:spPr>
            <a:xfrm>
              <a:off x="2685237" y="1548286"/>
              <a:ext cx="1112459" cy="589530"/>
            </a:xfrm>
            <a:custGeom>
              <a:rect b="b" l="l" r="r" t="t"/>
              <a:pathLst>
                <a:path extrusionOk="0" h="24838" w="46870">
                  <a:moveTo>
                    <a:pt x="0" y="1"/>
                  </a:moveTo>
                  <a:lnTo>
                    <a:pt x="0" y="24837"/>
                  </a:lnTo>
                  <a:lnTo>
                    <a:pt x="46869" y="24837"/>
                  </a:lnTo>
                  <a:lnTo>
                    <a:pt x="468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78"/>
            <p:cNvSpPr/>
            <p:nvPr/>
          </p:nvSpPr>
          <p:spPr>
            <a:xfrm>
              <a:off x="3410283" y="1760854"/>
              <a:ext cx="122212" cy="168376"/>
            </a:xfrm>
            <a:custGeom>
              <a:rect b="b" l="l" r="r" t="t"/>
              <a:pathLst>
                <a:path extrusionOk="0" h="7094" w="5149">
                  <a:moveTo>
                    <a:pt x="2449" y="0"/>
                  </a:moveTo>
                  <a:cubicBezTo>
                    <a:pt x="1466" y="0"/>
                    <a:pt x="587" y="335"/>
                    <a:pt x="64" y="732"/>
                  </a:cubicBezTo>
                  <a:lnTo>
                    <a:pt x="587" y="2113"/>
                  </a:lnTo>
                  <a:cubicBezTo>
                    <a:pt x="963" y="1841"/>
                    <a:pt x="1486" y="1548"/>
                    <a:pt x="2072" y="1548"/>
                  </a:cubicBezTo>
                  <a:cubicBezTo>
                    <a:pt x="2784" y="1548"/>
                    <a:pt x="3098" y="1904"/>
                    <a:pt x="3098" y="2427"/>
                  </a:cubicBezTo>
                  <a:cubicBezTo>
                    <a:pt x="3098" y="3118"/>
                    <a:pt x="2386" y="3850"/>
                    <a:pt x="963" y="5064"/>
                  </a:cubicBezTo>
                  <a:lnTo>
                    <a:pt x="1" y="5921"/>
                  </a:lnTo>
                  <a:lnTo>
                    <a:pt x="1" y="7093"/>
                  </a:lnTo>
                  <a:lnTo>
                    <a:pt x="5148" y="7093"/>
                  </a:lnTo>
                  <a:lnTo>
                    <a:pt x="5148" y="5503"/>
                  </a:lnTo>
                  <a:lnTo>
                    <a:pt x="2742" y="5503"/>
                  </a:lnTo>
                  <a:lnTo>
                    <a:pt x="2742" y="5482"/>
                  </a:lnTo>
                  <a:lnTo>
                    <a:pt x="3411" y="4938"/>
                  </a:lnTo>
                  <a:cubicBezTo>
                    <a:pt x="4248" y="4269"/>
                    <a:pt x="5044" y="3369"/>
                    <a:pt x="5044" y="2260"/>
                  </a:cubicBezTo>
                  <a:cubicBezTo>
                    <a:pt x="5044" y="879"/>
                    <a:pt x="4060" y="0"/>
                    <a:pt x="24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78"/>
            <p:cNvSpPr/>
            <p:nvPr/>
          </p:nvSpPr>
          <p:spPr>
            <a:xfrm>
              <a:off x="3553308" y="1760854"/>
              <a:ext cx="129641" cy="170845"/>
            </a:xfrm>
            <a:custGeom>
              <a:rect b="b" l="l" r="r" t="t"/>
              <a:pathLst>
                <a:path extrusionOk="0" h="7198" w="5462">
                  <a:moveTo>
                    <a:pt x="2742" y="1465"/>
                  </a:moveTo>
                  <a:cubicBezTo>
                    <a:pt x="3244" y="1465"/>
                    <a:pt x="3537" y="2134"/>
                    <a:pt x="3537" y="3599"/>
                  </a:cubicBezTo>
                  <a:cubicBezTo>
                    <a:pt x="3537" y="5105"/>
                    <a:pt x="3244" y="5754"/>
                    <a:pt x="2742" y="5754"/>
                  </a:cubicBezTo>
                  <a:cubicBezTo>
                    <a:pt x="2240" y="5754"/>
                    <a:pt x="1905" y="5105"/>
                    <a:pt x="1926" y="3599"/>
                  </a:cubicBezTo>
                  <a:cubicBezTo>
                    <a:pt x="1926" y="2113"/>
                    <a:pt x="2240" y="1465"/>
                    <a:pt x="2742" y="1465"/>
                  </a:cubicBezTo>
                  <a:close/>
                  <a:moveTo>
                    <a:pt x="2742" y="0"/>
                  </a:moveTo>
                  <a:cubicBezTo>
                    <a:pt x="775" y="0"/>
                    <a:pt x="1" y="1737"/>
                    <a:pt x="1" y="3620"/>
                  </a:cubicBezTo>
                  <a:cubicBezTo>
                    <a:pt x="1" y="5440"/>
                    <a:pt x="733" y="7198"/>
                    <a:pt x="2721" y="7198"/>
                  </a:cubicBezTo>
                  <a:cubicBezTo>
                    <a:pt x="4604" y="7198"/>
                    <a:pt x="5462" y="5649"/>
                    <a:pt x="5462" y="3599"/>
                  </a:cubicBezTo>
                  <a:cubicBezTo>
                    <a:pt x="5462" y="1820"/>
                    <a:pt x="4772" y="0"/>
                    <a:pt x="27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78"/>
            <p:cNvSpPr/>
            <p:nvPr/>
          </p:nvSpPr>
          <p:spPr>
            <a:xfrm>
              <a:off x="2806402" y="1760854"/>
              <a:ext cx="122686" cy="170845"/>
            </a:xfrm>
            <a:custGeom>
              <a:rect b="b" l="l" r="r" t="t"/>
              <a:pathLst>
                <a:path extrusionOk="0" h="7198" w="5169">
                  <a:moveTo>
                    <a:pt x="2491" y="0"/>
                  </a:moveTo>
                  <a:cubicBezTo>
                    <a:pt x="1528" y="0"/>
                    <a:pt x="649" y="272"/>
                    <a:pt x="210" y="544"/>
                  </a:cubicBezTo>
                  <a:lnTo>
                    <a:pt x="566" y="1904"/>
                  </a:lnTo>
                  <a:cubicBezTo>
                    <a:pt x="859" y="1758"/>
                    <a:pt x="1465" y="1528"/>
                    <a:pt x="2051" y="1528"/>
                  </a:cubicBezTo>
                  <a:cubicBezTo>
                    <a:pt x="2658" y="1528"/>
                    <a:pt x="2993" y="1758"/>
                    <a:pt x="2993" y="2113"/>
                  </a:cubicBezTo>
                  <a:cubicBezTo>
                    <a:pt x="2993" y="2595"/>
                    <a:pt x="2386" y="2741"/>
                    <a:pt x="1905" y="2741"/>
                  </a:cubicBezTo>
                  <a:lnTo>
                    <a:pt x="1214" y="2741"/>
                  </a:lnTo>
                  <a:lnTo>
                    <a:pt x="1214" y="4101"/>
                  </a:lnTo>
                  <a:lnTo>
                    <a:pt x="1926" y="4101"/>
                  </a:lnTo>
                  <a:cubicBezTo>
                    <a:pt x="2574" y="4101"/>
                    <a:pt x="3160" y="4373"/>
                    <a:pt x="3160" y="4938"/>
                  </a:cubicBezTo>
                  <a:cubicBezTo>
                    <a:pt x="3160" y="5440"/>
                    <a:pt x="2721" y="5691"/>
                    <a:pt x="2030" y="5691"/>
                  </a:cubicBezTo>
                  <a:cubicBezTo>
                    <a:pt x="1361" y="5691"/>
                    <a:pt x="670" y="5419"/>
                    <a:pt x="377" y="5273"/>
                  </a:cubicBezTo>
                  <a:lnTo>
                    <a:pt x="1" y="6717"/>
                  </a:lnTo>
                  <a:cubicBezTo>
                    <a:pt x="440" y="6968"/>
                    <a:pt x="1235" y="7198"/>
                    <a:pt x="2177" y="7198"/>
                  </a:cubicBezTo>
                  <a:cubicBezTo>
                    <a:pt x="3976" y="7198"/>
                    <a:pt x="5169" y="6340"/>
                    <a:pt x="5169" y="5043"/>
                  </a:cubicBezTo>
                  <a:cubicBezTo>
                    <a:pt x="5169" y="4164"/>
                    <a:pt x="4499" y="3536"/>
                    <a:pt x="3683" y="3411"/>
                  </a:cubicBezTo>
                  <a:lnTo>
                    <a:pt x="3683" y="3390"/>
                  </a:lnTo>
                  <a:cubicBezTo>
                    <a:pt x="4520" y="3076"/>
                    <a:pt x="4939" y="2511"/>
                    <a:pt x="4939" y="1779"/>
                  </a:cubicBezTo>
                  <a:cubicBezTo>
                    <a:pt x="4939" y="774"/>
                    <a:pt x="4039" y="0"/>
                    <a:pt x="24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8"/>
            <p:cNvSpPr/>
            <p:nvPr/>
          </p:nvSpPr>
          <p:spPr>
            <a:xfrm>
              <a:off x="2950922" y="1760854"/>
              <a:ext cx="129641" cy="170845"/>
            </a:xfrm>
            <a:custGeom>
              <a:rect b="b" l="l" r="r" t="t"/>
              <a:pathLst>
                <a:path extrusionOk="0" h="7198" w="5462">
                  <a:moveTo>
                    <a:pt x="2721" y="1465"/>
                  </a:moveTo>
                  <a:cubicBezTo>
                    <a:pt x="3244" y="1465"/>
                    <a:pt x="3537" y="2134"/>
                    <a:pt x="3537" y="3599"/>
                  </a:cubicBezTo>
                  <a:cubicBezTo>
                    <a:pt x="3537" y="5105"/>
                    <a:pt x="3223" y="5754"/>
                    <a:pt x="2742" y="5754"/>
                  </a:cubicBezTo>
                  <a:cubicBezTo>
                    <a:pt x="2218" y="5754"/>
                    <a:pt x="1905" y="5105"/>
                    <a:pt x="1926" y="3599"/>
                  </a:cubicBezTo>
                  <a:cubicBezTo>
                    <a:pt x="1926" y="2113"/>
                    <a:pt x="2239" y="1465"/>
                    <a:pt x="2721" y="1465"/>
                  </a:cubicBezTo>
                  <a:close/>
                  <a:moveTo>
                    <a:pt x="2721" y="0"/>
                  </a:moveTo>
                  <a:cubicBezTo>
                    <a:pt x="775" y="0"/>
                    <a:pt x="1" y="1737"/>
                    <a:pt x="1" y="3620"/>
                  </a:cubicBezTo>
                  <a:cubicBezTo>
                    <a:pt x="1" y="5440"/>
                    <a:pt x="733" y="7198"/>
                    <a:pt x="2721" y="7198"/>
                  </a:cubicBezTo>
                  <a:cubicBezTo>
                    <a:pt x="4583" y="7198"/>
                    <a:pt x="5462" y="5649"/>
                    <a:pt x="5462" y="3599"/>
                  </a:cubicBezTo>
                  <a:cubicBezTo>
                    <a:pt x="5462" y="1820"/>
                    <a:pt x="4771" y="0"/>
                    <a:pt x="27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8"/>
            <p:cNvSpPr/>
            <p:nvPr/>
          </p:nvSpPr>
          <p:spPr>
            <a:xfrm>
              <a:off x="2661407" y="1526949"/>
              <a:ext cx="1169566" cy="637665"/>
            </a:xfrm>
            <a:custGeom>
              <a:rect b="b" l="l" r="r" t="t"/>
              <a:pathLst>
                <a:path extrusionOk="0" h="26866" w="49276">
                  <a:moveTo>
                    <a:pt x="24439" y="7009"/>
                  </a:moveTo>
                  <a:cubicBezTo>
                    <a:pt x="25276" y="7009"/>
                    <a:pt x="25966" y="7700"/>
                    <a:pt x="25966" y="8537"/>
                  </a:cubicBezTo>
                  <a:cubicBezTo>
                    <a:pt x="25966" y="9374"/>
                    <a:pt x="25276" y="10064"/>
                    <a:pt x="24439" y="10064"/>
                  </a:cubicBezTo>
                  <a:cubicBezTo>
                    <a:pt x="23602" y="10064"/>
                    <a:pt x="22911" y="9374"/>
                    <a:pt x="22911" y="8537"/>
                  </a:cubicBezTo>
                  <a:cubicBezTo>
                    <a:pt x="22911" y="7700"/>
                    <a:pt x="23602" y="7009"/>
                    <a:pt x="24439" y="7009"/>
                  </a:cubicBezTo>
                  <a:close/>
                  <a:moveTo>
                    <a:pt x="24439" y="16948"/>
                  </a:moveTo>
                  <a:cubicBezTo>
                    <a:pt x="25276" y="16948"/>
                    <a:pt x="25966" y="17618"/>
                    <a:pt x="25966" y="18476"/>
                  </a:cubicBezTo>
                  <a:cubicBezTo>
                    <a:pt x="25966" y="19313"/>
                    <a:pt x="25276" y="20003"/>
                    <a:pt x="24439" y="20003"/>
                  </a:cubicBezTo>
                  <a:cubicBezTo>
                    <a:pt x="23602" y="20003"/>
                    <a:pt x="22911" y="19313"/>
                    <a:pt x="22911" y="18476"/>
                  </a:cubicBezTo>
                  <a:cubicBezTo>
                    <a:pt x="22911" y="17618"/>
                    <a:pt x="23602" y="16948"/>
                    <a:pt x="24439" y="16948"/>
                  </a:cubicBezTo>
                  <a:close/>
                  <a:moveTo>
                    <a:pt x="20212" y="4582"/>
                  </a:moveTo>
                  <a:lnTo>
                    <a:pt x="20212" y="22535"/>
                  </a:lnTo>
                  <a:lnTo>
                    <a:pt x="3369" y="22535"/>
                  </a:lnTo>
                  <a:lnTo>
                    <a:pt x="3369" y="4582"/>
                  </a:lnTo>
                  <a:close/>
                  <a:moveTo>
                    <a:pt x="45907" y="4582"/>
                  </a:moveTo>
                  <a:lnTo>
                    <a:pt x="45907" y="22535"/>
                  </a:lnTo>
                  <a:lnTo>
                    <a:pt x="29063" y="22535"/>
                  </a:lnTo>
                  <a:lnTo>
                    <a:pt x="29063" y="4582"/>
                  </a:lnTo>
                  <a:close/>
                  <a:moveTo>
                    <a:pt x="0" y="0"/>
                  </a:moveTo>
                  <a:lnTo>
                    <a:pt x="0" y="26866"/>
                  </a:lnTo>
                  <a:lnTo>
                    <a:pt x="49275" y="26866"/>
                  </a:lnTo>
                  <a:lnTo>
                    <a:pt x="4927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79"/>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Future Work</a:t>
            </a:r>
            <a:endParaRPr/>
          </a:p>
        </p:txBody>
      </p:sp>
      <p:sp>
        <p:nvSpPr>
          <p:cNvPr id="828" name="Google Shape;828;p79"/>
          <p:cNvSpPr txBox="1"/>
          <p:nvPr>
            <p:ph idx="4294967295" type="subTitle"/>
          </p:nvPr>
        </p:nvSpPr>
        <p:spPr>
          <a:xfrm>
            <a:off x="904050" y="1230575"/>
            <a:ext cx="7335900" cy="31338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lt1"/>
              </a:buClr>
              <a:buSzPts val="1400"/>
              <a:buChar char="●"/>
            </a:pPr>
            <a:r>
              <a:rPr lang="en" sz="1400">
                <a:solidFill>
                  <a:schemeClr val="lt1"/>
                </a:solidFill>
              </a:rPr>
              <a:t>Incorporating</a:t>
            </a:r>
            <a:r>
              <a:rPr lang="en" sz="1400">
                <a:solidFill>
                  <a:schemeClr val="lt1"/>
                </a:solidFill>
              </a:rPr>
              <a:t> Most Recent NBA Data</a:t>
            </a:r>
            <a:endParaRPr sz="1400">
              <a:solidFill>
                <a:schemeClr val="lt1"/>
              </a:solidFill>
            </a:endParaRPr>
          </a:p>
          <a:p>
            <a:pPr indent="0" lvl="0" marL="914400" rtl="0" algn="l">
              <a:lnSpc>
                <a:spcPct val="100000"/>
              </a:lnSpc>
              <a:spcBef>
                <a:spcPts val="0"/>
              </a:spcBef>
              <a:spcAft>
                <a:spcPts val="0"/>
              </a:spcAft>
              <a:buNone/>
            </a:pPr>
            <a:r>
              <a:t/>
            </a:r>
            <a:endParaRPr>
              <a:solidFill>
                <a:schemeClr val="lt1"/>
              </a:solidFill>
            </a:endParaRPr>
          </a:p>
          <a:p>
            <a:pPr indent="-317500" lvl="0" marL="457200" rtl="0" algn="l">
              <a:lnSpc>
                <a:spcPct val="100000"/>
              </a:lnSpc>
              <a:spcBef>
                <a:spcPts val="0"/>
              </a:spcBef>
              <a:spcAft>
                <a:spcPts val="0"/>
              </a:spcAft>
              <a:buClr>
                <a:schemeClr val="lt1"/>
              </a:buClr>
              <a:buSzPts val="1400"/>
              <a:buChar char="●"/>
            </a:pPr>
            <a:r>
              <a:rPr lang="en" sz="1400">
                <a:solidFill>
                  <a:schemeClr val="lt1"/>
                </a:solidFill>
              </a:rPr>
              <a:t>Enhancing Model Tuning</a:t>
            </a:r>
            <a:endParaRPr sz="1400">
              <a:solidFill>
                <a:schemeClr val="lt1"/>
              </a:solidFill>
            </a:endParaRPr>
          </a:p>
          <a:p>
            <a:pPr indent="0" lvl="0" marL="914400" rtl="0" algn="l">
              <a:lnSpc>
                <a:spcPct val="100000"/>
              </a:lnSpc>
              <a:spcBef>
                <a:spcPts val="0"/>
              </a:spcBef>
              <a:spcAft>
                <a:spcPts val="0"/>
              </a:spcAft>
              <a:buNone/>
            </a:pPr>
            <a:r>
              <a:t/>
            </a:r>
            <a:endParaRPr>
              <a:solidFill>
                <a:schemeClr val="lt1"/>
              </a:solidFill>
            </a:endParaRPr>
          </a:p>
          <a:p>
            <a:pPr indent="-317500" lvl="0" marL="457200" rtl="0" algn="l">
              <a:lnSpc>
                <a:spcPct val="100000"/>
              </a:lnSpc>
              <a:spcBef>
                <a:spcPts val="0"/>
              </a:spcBef>
              <a:spcAft>
                <a:spcPts val="0"/>
              </a:spcAft>
              <a:buClr>
                <a:schemeClr val="lt1"/>
              </a:buClr>
              <a:buSzPts val="1400"/>
              <a:buChar char="●"/>
            </a:pPr>
            <a:r>
              <a:rPr lang="en" sz="1400">
                <a:solidFill>
                  <a:schemeClr val="lt1"/>
                </a:solidFill>
              </a:rPr>
              <a:t>Incorporating Dynamic </a:t>
            </a:r>
            <a:r>
              <a:rPr lang="en" sz="1400">
                <a:solidFill>
                  <a:schemeClr val="lt1"/>
                </a:solidFill>
              </a:rPr>
              <a:t>Factors </a:t>
            </a:r>
            <a:endParaRPr sz="1400">
              <a:solidFill>
                <a:schemeClr val="lt1"/>
              </a:solidFill>
            </a:endParaRPr>
          </a:p>
          <a:p>
            <a:pPr indent="0" lvl="0" marL="914400" rtl="0" algn="l">
              <a:lnSpc>
                <a:spcPct val="100000"/>
              </a:lnSpc>
              <a:spcBef>
                <a:spcPts val="0"/>
              </a:spcBef>
              <a:spcAft>
                <a:spcPts val="0"/>
              </a:spcAft>
              <a:buNone/>
            </a:pPr>
            <a:r>
              <a:t/>
            </a:r>
            <a:endParaRPr>
              <a:solidFill>
                <a:schemeClr val="lt1"/>
              </a:solidFill>
            </a:endParaRPr>
          </a:p>
          <a:p>
            <a:pPr indent="-317500" lvl="0" marL="457200" rtl="0" algn="l">
              <a:lnSpc>
                <a:spcPct val="100000"/>
              </a:lnSpc>
              <a:spcBef>
                <a:spcPts val="0"/>
              </a:spcBef>
              <a:spcAft>
                <a:spcPts val="0"/>
              </a:spcAft>
              <a:buClr>
                <a:schemeClr val="lt1"/>
              </a:buClr>
              <a:buSzPts val="1400"/>
              <a:buChar char="●"/>
            </a:pPr>
            <a:r>
              <a:rPr lang="en" sz="1400">
                <a:solidFill>
                  <a:schemeClr val="lt1"/>
                </a:solidFill>
              </a:rPr>
              <a:t>Advanced </a:t>
            </a:r>
            <a:r>
              <a:rPr lang="en" sz="1400">
                <a:solidFill>
                  <a:schemeClr val="lt1"/>
                </a:solidFill>
              </a:rPr>
              <a:t>Statistical</a:t>
            </a:r>
            <a:r>
              <a:rPr lang="en" sz="1400">
                <a:solidFill>
                  <a:schemeClr val="lt1"/>
                </a:solidFill>
              </a:rPr>
              <a:t> Techniques</a:t>
            </a:r>
            <a:endParaRPr sz="1400">
              <a:solidFill>
                <a:schemeClr val="lt1"/>
              </a:solidFill>
            </a:endParaRPr>
          </a:p>
          <a:p>
            <a:pPr indent="0" lvl="0" marL="914400" rtl="0" algn="l">
              <a:lnSpc>
                <a:spcPct val="100000"/>
              </a:lnSpc>
              <a:spcBef>
                <a:spcPts val="0"/>
              </a:spcBef>
              <a:spcAft>
                <a:spcPts val="0"/>
              </a:spcAft>
              <a:buNone/>
            </a:pPr>
            <a:r>
              <a:t/>
            </a:r>
            <a:endParaRPr>
              <a:solidFill>
                <a:schemeClr val="lt1"/>
              </a:solidFill>
            </a:endParaRPr>
          </a:p>
          <a:p>
            <a:pPr indent="-317500" lvl="0" marL="457200" rtl="0" algn="l">
              <a:lnSpc>
                <a:spcPct val="100000"/>
              </a:lnSpc>
              <a:spcBef>
                <a:spcPts val="0"/>
              </a:spcBef>
              <a:spcAft>
                <a:spcPts val="0"/>
              </a:spcAft>
              <a:buClr>
                <a:schemeClr val="lt1"/>
              </a:buClr>
              <a:buSzPts val="1400"/>
              <a:buChar char="●"/>
            </a:pPr>
            <a:r>
              <a:rPr lang="en" sz="1400">
                <a:solidFill>
                  <a:schemeClr val="lt1"/>
                </a:solidFill>
              </a:rPr>
              <a:t>More Specialized Features</a:t>
            </a:r>
            <a:endParaRPr sz="1400">
              <a:solidFill>
                <a:schemeClr val="lt1"/>
              </a:solidFill>
            </a:endParaRPr>
          </a:p>
          <a:p>
            <a:pPr indent="0" lvl="0" marL="914400" rtl="0" algn="l">
              <a:lnSpc>
                <a:spcPct val="100000"/>
              </a:lnSpc>
              <a:spcBef>
                <a:spcPts val="0"/>
              </a:spcBef>
              <a:spcAft>
                <a:spcPts val="0"/>
              </a:spcAft>
              <a:buNone/>
            </a:pPr>
            <a:r>
              <a:t/>
            </a:r>
            <a:endParaRPr>
              <a:solidFill>
                <a:schemeClr val="lt1"/>
              </a:solidFill>
            </a:endParaRPr>
          </a:p>
          <a:p>
            <a:pPr indent="-317500" lvl="0" marL="457200" rtl="0" algn="l">
              <a:lnSpc>
                <a:spcPct val="100000"/>
              </a:lnSpc>
              <a:spcBef>
                <a:spcPts val="0"/>
              </a:spcBef>
              <a:spcAft>
                <a:spcPts val="0"/>
              </a:spcAft>
              <a:buClr>
                <a:schemeClr val="lt1"/>
              </a:buClr>
              <a:buSzPts val="1400"/>
              <a:buChar char="●"/>
            </a:pPr>
            <a:r>
              <a:rPr lang="en" sz="1400">
                <a:solidFill>
                  <a:schemeClr val="lt1"/>
                </a:solidFill>
              </a:rPr>
              <a:t>Evaluation of </a:t>
            </a:r>
            <a:r>
              <a:rPr lang="en" sz="1400">
                <a:solidFill>
                  <a:schemeClr val="lt1"/>
                </a:solidFill>
              </a:rPr>
              <a:t>Profitability</a:t>
            </a:r>
            <a:endParaRPr sz="1400">
              <a:solidFill>
                <a:schemeClr val="lt1"/>
              </a:solidFill>
            </a:endParaRPr>
          </a:p>
          <a:p>
            <a:pPr indent="0" lvl="0" marL="914400" rtl="0" algn="l">
              <a:lnSpc>
                <a:spcPct val="100000"/>
              </a:lnSpc>
              <a:spcBef>
                <a:spcPts val="0"/>
              </a:spcBef>
              <a:spcAft>
                <a:spcPts val="0"/>
              </a:spcAft>
              <a:buNone/>
            </a:pPr>
            <a:r>
              <a:t/>
            </a:r>
            <a:endParaRPr sz="1600">
              <a:solidFill>
                <a:schemeClr val="lt1"/>
              </a:solidFill>
            </a:endParaRPr>
          </a:p>
        </p:txBody>
      </p:sp>
      <p:grpSp>
        <p:nvGrpSpPr>
          <p:cNvPr id="829" name="Google Shape;829;p79"/>
          <p:cNvGrpSpPr/>
          <p:nvPr/>
        </p:nvGrpSpPr>
        <p:grpSpPr>
          <a:xfrm>
            <a:off x="6433414" y="1416528"/>
            <a:ext cx="775809" cy="775353"/>
            <a:chOff x="1588719" y="1442999"/>
            <a:chExt cx="806035" cy="805562"/>
          </a:xfrm>
        </p:grpSpPr>
        <p:sp>
          <p:nvSpPr>
            <p:cNvPr id="830" name="Google Shape;830;p79"/>
            <p:cNvSpPr/>
            <p:nvPr/>
          </p:nvSpPr>
          <p:spPr>
            <a:xfrm>
              <a:off x="1961163" y="1618802"/>
              <a:ext cx="433591" cy="391366"/>
            </a:xfrm>
            <a:custGeom>
              <a:rect b="b" l="l" r="r" t="t"/>
              <a:pathLst>
                <a:path extrusionOk="0" h="16489" w="18268">
                  <a:moveTo>
                    <a:pt x="2030" y="1"/>
                  </a:moveTo>
                  <a:cubicBezTo>
                    <a:pt x="1612" y="524"/>
                    <a:pt x="1193" y="1068"/>
                    <a:pt x="796" y="1633"/>
                  </a:cubicBezTo>
                  <a:cubicBezTo>
                    <a:pt x="524" y="1989"/>
                    <a:pt x="273" y="2365"/>
                    <a:pt x="1" y="2763"/>
                  </a:cubicBezTo>
                  <a:cubicBezTo>
                    <a:pt x="6675" y="5755"/>
                    <a:pt x="13308" y="10337"/>
                    <a:pt x="16782" y="16489"/>
                  </a:cubicBezTo>
                  <a:cubicBezTo>
                    <a:pt x="16886" y="16259"/>
                    <a:pt x="16991" y="16008"/>
                    <a:pt x="17095" y="15756"/>
                  </a:cubicBezTo>
                  <a:cubicBezTo>
                    <a:pt x="17137" y="15631"/>
                    <a:pt x="17179" y="15505"/>
                    <a:pt x="17221" y="15380"/>
                  </a:cubicBezTo>
                  <a:cubicBezTo>
                    <a:pt x="17221" y="15380"/>
                    <a:pt x="17242" y="15359"/>
                    <a:pt x="17242" y="15359"/>
                  </a:cubicBezTo>
                  <a:cubicBezTo>
                    <a:pt x="17284" y="15233"/>
                    <a:pt x="17326" y="15129"/>
                    <a:pt x="17367" y="15003"/>
                  </a:cubicBezTo>
                  <a:cubicBezTo>
                    <a:pt x="17367" y="14982"/>
                    <a:pt x="17367" y="14961"/>
                    <a:pt x="17388" y="14940"/>
                  </a:cubicBezTo>
                  <a:cubicBezTo>
                    <a:pt x="17409" y="14836"/>
                    <a:pt x="17451" y="14731"/>
                    <a:pt x="17493" y="14627"/>
                  </a:cubicBezTo>
                  <a:cubicBezTo>
                    <a:pt x="17493" y="14585"/>
                    <a:pt x="17514" y="14543"/>
                    <a:pt x="17514" y="14501"/>
                  </a:cubicBezTo>
                  <a:cubicBezTo>
                    <a:pt x="17556" y="14417"/>
                    <a:pt x="17577" y="14334"/>
                    <a:pt x="17598" y="14229"/>
                  </a:cubicBezTo>
                  <a:cubicBezTo>
                    <a:pt x="17618" y="14166"/>
                    <a:pt x="17639" y="14103"/>
                    <a:pt x="17660" y="14041"/>
                  </a:cubicBezTo>
                  <a:cubicBezTo>
                    <a:pt x="17681" y="13957"/>
                    <a:pt x="17702" y="13894"/>
                    <a:pt x="17702" y="13831"/>
                  </a:cubicBezTo>
                  <a:cubicBezTo>
                    <a:pt x="17744" y="13706"/>
                    <a:pt x="17786" y="13559"/>
                    <a:pt x="17807" y="13413"/>
                  </a:cubicBezTo>
                  <a:cubicBezTo>
                    <a:pt x="17849" y="13287"/>
                    <a:pt x="17870" y="13162"/>
                    <a:pt x="17890" y="13036"/>
                  </a:cubicBezTo>
                  <a:cubicBezTo>
                    <a:pt x="17911" y="12995"/>
                    <a:pt x="17911" y="12953"/>
                    <a:pt x="17932" y="12911"/>
                  </a:cubicBezTo>
                  <a:cubicBezTo>
                    <a:pt x="17932" y="12827"/>
                    <a:pt x="17953" y="12722"/>
                    <a:pt x="17974" y="12639"/>
                  </a:cubicBezTo>
                  <a:cubicBezTo>
                    <a:pt x="17974" y="12597"/>
                    <a:pt x="17995" y="12555"/>
                    <a:pt x="17995" y="12513"/>
                  </a:cubicBezTo>
                  <a:cubicBezTo>
                    <a:pt x="18016" y="12409"/>
                    <a:pt x="18037" y="12325"/>
                    <a:pt x="18058" y="12220"/>
                  </a:cubicBezTo>
                  <a:cubicBezTo>
                    <a:pt x="18058" y="12178"/>
                    <a:pt x="18058" y="12158"/>
                    <a:pt x="18058" y="12116"/>
                  </a:cubicBezTo>
                  <a:cubicBezTo>
                    <a:pt x="18079" y="11990"/>
                    <a:pt x="18100" y="11865"/>
                    <a:pt x="18121" y="11718"/>
                  </a:cubicBezTo>
                  <a:cubicBezTo>
                    <a:pt x="18121" y="11697"/>
                    <a:pt x="18121" y="11676"/>
                    <a:pt x="18121" y="11634"/>
                  </a:cubicBezTo>
                  <a:cubicBezTo>
                    <a:pt x="18142" y="11551"/>
                    <a:pt x="18163" y="11446"/>
                    <a:pt x="18163" y="11342"/>
                  </a:cubicBezTo>
                  <a:cubicBezTo>
                    <a:pt x="18163" y="11300"/>
                    <a:pt x="18183" y="11258"/>
                    <a:pt x="18183" y="11195"/>
                  </a:cubicBezTo>
                  <a:cubicBezTo>
                    <a:pt x="18183" y="11111"/>
                    <a:pt x="18204" y="11028"/>
                    <a:pt x="18204" y="10944"/>
                  </a:cubicBezTo>
                  <a:cubicBezTo>
                    <a:pt x="18204" y="10902"/>
                    <a:pt x="18204" y="10860"/>
                    <a:pt x="18204" y="10798"/>
                  </a:cubicBezTo>
                  <a:cubicBezTo>
                    <a:pt x="18225" y="10714"/>
                    <a:pt x="18225" y="10609"/>
                    <a:pt x="18225" y="10526"/>
                  </a:cubicBezTo>
                  <a:cubicBezTo>
                    <a:pt x="18225" y="10484"/>
                    <a:pt x="18225" y="10463"/>
                    <a:pt x="18246" y="10421"/>
                  </a:cubicBezTo>
                  <a:cubicBezTo>
                    <a:pt x="18246" y="10295"/>
                    <a:pt x="18246" y="10170"/>
                    <a:pt x="18246" y="10044"/>
                  </a:cubicBezTo>
                  <a:cubicBezTo>
                    <a:pt x="18246" y="10002"/>
                    <a:pt x="18246" y="9961"/>
                    <a:pt x="18246" y="9919"/>
                  </a:cubicBezTo>
                  <a:cubicBezTo>
                    <a:pt x="18267" y="9835"/>
                    <a:pt x="18267" y="9751"/>
                    <a:pt x="18267" y="9668"/>
                  </a:cubicBezTo>
                  <a:cubicBezTo>
                    <a:pt x="18267" y="9605"/>
                    <a:pt x="18267" y="9563"/>
                    <a:pt x="18267" y="9500"/>
                  </a:cubicBezTo>
                  <a:cubicBezTo>
                    <a:pt x="18267" y="9437"/>
                    <a:pt x="18267" y="9354"/>
                    <a:pt x="18246" y="9270"/>
                  </a:cubicBezTo>
                  <a:cubicBezTo>
                    <a:pt x="18246" y="9228"/>
                    <a:pt x="18246" y="9165"/>
                    <a:pt x="18246" y="9124"/>
                  </a:cubicBezTo>
                  <a:cubicBezTo>
                    <a:pt x="18246" y="9019"/>
                    <a:pt x="18246" y="8935"/>
                    <a:pt x="18246" y="8831"/>
                  </a:cubicBezTo>
                  <a:cubicBezTo>
                    <a:pt x="18246" y="8768"/>
                    <a:pt x="18246" y="8726"/>
                    <a:pt x="18246" y="8663"/>
                  </a:cubicBezTo>
                  <a:cubicBezTo>
                    <a:pt x="18225" y="8580"/>
                    <a:pt x="18225" y="8475"/>
                    <a:pt x="18225" y="8391"/>
                  </a:cubicBezTo>
                  <a:cubicBezTo>
                    <a:pt x="18225" y="8329"/>
                    <a:pt x="18204" y="8287"/>
                    <a:pt x="18204" y="8224"/>
                  </a:cubicBezTo>
                  <a:cubicBezTo>
                    <a:pt x="18204" y="8161"/>
                    <a:pt x="18204" y="8077"/>
                    <a:pt x="18183" y="8015"/>
                  </a:cubicBezTo>
                  <a:cubicBezTo>
                    <a:pt x="18183" y="7952"/>
                    <a:pt x="18183" y="7889"/>
                    <a:pt x="18163" y="7847"/>
                  </a:cubicBezTo>
                  <a:cubicBezTo>
                    <a:pt x="18163" y="7764"/>
                    <a:pt x="18163" y="7701"/>
                    <a:pt x="18142" y="7638"/>
                  </a:cubicBezTo>
                  <a:cubicBezTo>
                    <a:pt x="18142" y="7575"/>
                    <a:pt x="18142" y="7513"/>
                    <a:pt x="18121" y="7471"/>
                  </a:cubicBezTo>
                  <a:cubicBezTo>
                    <a:pt x="18121" y="7366"/>
                    <a:pt x="18100" y="7261"/>
                    <a:pt x="18100" y="7178"/>
                  </a:cubicBezTo>
                  <a:cubicBezTo>
                    <a:pt x="18079" y="7094"/>
                    <a:pt x="18058" y="7031"/>
                    <a:pt x="18058" y="6948"/>
                  </a:cubicBezTo>
                  <a:cubicBezTo>
                    <a:pt x="18037" y="6885"/>
                    <a:pt x="18037" y="6822"/>
                    <a:pt x="18016" y="6759"/>
                  </a:cubicBezTo>
                  <a:cubicBezTo>
                    <a:pt x="18016" y="6696"/>
                    <a:pt x="17995" y="6634"/>
                    <a:pt x="17995" y="6571"/>
                  </a:cubicBezTo>
                  <a:cubicBezTo>
                    <a:pt x="17974" y="6508"/>
                    <a:pt x="17974" y="6466"/>
                    <a:pt x="17953" y="6404"/>
                  </a:cubicBezTo>
                  <a:cubicBezTo>
                    <a:pt x="17953" y="6341"/>
                    <a:pt x="17932" y="6278"/>
                    <a:pt x="17932" y="6194"/>
                  </a:cubicBezTo>
                  <a:cubicBezTo>
                    <a:pt x="17911" y="6152"/>
                    <a:pt x="17890" y="6090"/>
                    <a:pt x="17890" y="6048"/>
                  </a:cubicBezTo>
                  <a:cubicBezTo>
                    <a:pt x="17870" y="5901"/>
                    <a:pt x="17828" y="5776"/>
                    <a:pt x="17807" y="5650"/>
                  </a:cubicBezTo>
                  <a:cubicBezTo>
                    <a:pt x="17786" y="5608"/>
                    <a:pt x="17786" y="5567"/>
                    <a:pt x="17765" y="5525"/>
                  </a:cubicBezTo>
                  <a:cubicBezTo>
                    <a:pt x="17744" y="5462"/>
                    <a:pt x="17744" y="5399"/>
                    <a:pt x="17723" y="5316"/>
                  </a:cubicBezTo>
                  <a:cubicBezTo>
                    <a:pt x="17702" y="5274"/>
                    <a:pt x="17702" y="5232"/>
                    <a:pt x="17681" y="5169"/>
                  </a:cubicBezTo>
                  <a:cubicBezTo>
                    <a:pt x="17660" y="5106"/>
                    <a:pt x="17639" y="5044"/>
                    <a:pt x="17618" y="4960"/>
                  </a:cubicBezTo>
                  <a:cubicBezTo>
                    <a:pt x="17618" y="4918"/>
                    <a:pt x="17598" y="4876"/>
                    <a:pt x="17577" y="4834"/>
                  </a:cubicBezTo>
                  <a:cubicBezTo>
                    <a:pt x="17556" y="4772"/>
                    <a:pt x="17535" y="4688"/>
                    <a:pt x="17514" y="4625"/>
                  </a:cubicBezTo>
                  <a:cubicBezTo>
                    <a:pt x="17514" y="4583"/>
                    <a:pt x="17493" y="4541"/>
                    <a:pt x="17493" y="4520"/>
                  </a:cubicBezTo>
                  <a:cubicBezTo>
                    <a:pt x="17451" y="4374"/>
                    <a:pt x="17388" y="4207"/>
                    <a:pt x="17346" y="4060"/>
                  </a:cubicBezTo>
                  <a:cubicBezTo>
                    <a:pt x="17326" y="4039"/>
                    <a:pt x="17326" y="4018"/>
                    <a:pt x="17305" y="3976"/>
                  </a:cubicBezTo>
                  <a:cubicBezTo>
                    <a:pt x="17284" y="3914"/>
                    <a:pt x="17263" y="3830"/>
                    <a:pt x="17221" y="3767"/>
                  </a:cubicBezTo>
                  <a:cubicBezTo>
                    <a:pt x="17221" y="3725"/>
                    <a:pt x="17200" y="3683"/>
                    <a:pt x="17179" y="3642"/>
                  </a:cubicBezTo>
                  <a:cubicBezTo>
                    <a:pt x="17158" y="3579"/>
                    <a:pt x="17137" y="3495"/>
                    <a:pt x="17095" y="3432"/>
                  </a:cubicBezTo>
                  <a:cubicBezTo>
                    <a:pt x="17095" y="3391"/>
                    <a:pt x="17074" y="3349"/>
                    <a:pt x="17054" y="3328"/>
                  </a:cubicBezTo>
                  <a:cubicBezTo>
                    <a:pt x="17033" y="3244"/>
                    <a:pt x="17012" y="3160"/>
                    <a:pt x="16970" y="3098"/>
                  </a:cubicBezTo>
                  <a:cubicBezTo>
                    <a:pt x="15317" y="2449"/>
                    <a:pt x="13350" y="2240"/>
                    <a:pt x="11237" y="2051"/>
                  </a:cubicBezTo>
                  <a:cubicBezTo>
                    <a:pt x="8370" y="1759"/>
                    <a:pt x="5211" y="1466"/>
                    <a:pt x="20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9"/>
            <p:cNvSpPr/>
            <p:nvPr/>
          </p:nvSpPr>
          <p:spPr>
            <a:xfrm>
              <a:off x="1593181" y="1772793"/>
              <a:ext cx="279622" cy="404255"/>
            </a:xfrm>
            <a:custGeom>
              <a:rect b="b" l="l" r="r" t="t"/>
              <a:pathLst>
                <a:path extrusionOk="0" h="17032" w="11781">
                  <a:moveTo>
                    <a:pt x="9158" y="1"/>
                  </a:moveTo>
                  <a:cubicBezTo>
                    <a:pt x="7192" y="1"/>
                    <a:pt x="5336" y="842"/>
                    <a:pt x="3704" y="2008"/>
                  </a:cubicBezTo>
                  <a:cubicBezTo>
                    <a:pt x="2281" y="3033"/>
                    <a:pt x="1026" y="4289"/>
                    <a:pt x="0" y="5481"/>
                  </a:cubicBezTo>
                  <a:cubicBezTo>
                    <a:pt x="126" y="6360"/>
                    <a:pt x="314" y="7218"/>
                    <a:pt x="565" y="8034"/>
                  </a:cubicBezTo>
                  <a:cubicBezTo>
                    <a:pt x="565" y="8055"/>
                    <a:pt x="565" y="8076"/>
                    <a:pt x="586" y="8076"/>
                  </a:cubicBezTo>
                  <a:cubicBezTo>
                    <a:pt x="607" y="8201"/>
                    <a:pt x="649" y="8327"/>
                    <a:pt x="691" y="8452"/>
                  </a:cubicBezTo>
                  <a:cubicBezTo>
                    <a:pt x="712" y="8473"/>
                    <a:pt x="712" y="8494"/>
                    <a:pt x="712" y="8515"/>
                  </a:cubicBezTo>
                  <a:cubicBezTo>
                    <a:pt x="754" y="8620"/>
                    <a:pt x="796" y="8745"/>
                    <a:pt x="837" y="8850"/>
                  </a:cubicBezTo>
                  <a:cubicBezTo>
                    <a:pt x="837" y="8871"/>
                    <a:pt x="858" y="8892"/>
                    <a:pt x="858" y="8934"/>
                  </a:cubicBezTo>
                  <a:cubicBezTo>
                    <a:pt x="900" y="9038"/>
                    <a:pt x="942" y="9143"/>
                    <a:pt x="984" y="9247"/>
                  </a:cubicBezTo>
                  <a:cubicBezTo>
                    <a:pt x="1005" y="9268"/>
                    <a:pt x="1005" y="9310"/>
                    <a:pt x="1026" y="9331"/>
                  </a:cubicBezTo>
                  <a:cubicBezTo>
                    <a:pt x="1068" y="9436"/>
                    <a:pt x="1109" y="9540"/>
                    <a:pt x="1151" y="9645"/>
                  </a:cubicBezTo>
                  <a:cubicBezTo>
                    <a:pt x="1151" y="9666"/>
                    <a:pt x="1172" y="9708"/>
                    <a:pt x="1193" y="9729"/>
                  </a:cubicBezTo>
                  <a:cubicBezTo>
                    <a:pt x="1235" y="9833"/>
                    <a:pt x="1277" y="9938"/>
                    <a:pt x="1319" y="10043"/>
                  </a:cubicBezTo>
                  <a:cubicBezTo>
                    <a:pt x="1340" y="10064"/>
                    <a:pt x="1340" y="10105"/>
                    <a:pt x="1360" y="10126"/>
                  </a:cubicBezTo>
                  <a:cubicBezTo>
                    <a:pt x="1402" y="10231"/>
                    <a:pt x="1444" y="10336"/>
                    <a:pt x="1507" y="10419"/>
                  </a:cubicBezTo>
                  <a:cubicBezTo>
                    <a:pt x="1507" y="10461"/>
                    <a:pt x="1528" y="10482"/>
                    <a:pt x="1549" y="10503"/>
                  </a:cubicBezTo>
                  <a:cubicBezTo>
                    <a:pt x="1591" y="10608"/>
                    <a:pt x="1632" y="10712"/>
                    <a:pt x="1695" y="10817"/>
                  </a:cubicBezTo>
                  <a:cubicBezTo>
                    <a:pt x="1695" y="10838"/>
                    <a:pt x="1716" y="10859"/>
                    <a:pt x="1737" y="10900"/>
                  </a:cubicBezTo>
                  <a:cubicBezTo>
                    <a:pt x="1779" y="11005"/>
                    <a:pt x="1842" y="11110"/>
                    <a:pt x="1904" y="11193"/>
                  </a:cubicBezTo>
                  <a:cubicBezTo>
                    <a:pt x="1904" y="11214"/>
                    <a:pt x="1925" y="11256"/>
                    <a:pt x="1925" y="11277"/>
                  </a:cubicBezTo>
                  <a:cubicBezTo>
                    <a:pt x="1988" y="11382"/>
                    <a:pt x="2051" y="11486"/>
                    <a:pt x="2114" y="11591"/>
                  </a:cubicBezTo>
                  <a:cubicBezTo>
                    <a:pt x="2135" y="11612"/>
                    <a:pt x="2135" y="11633"/>
                    <a:pt x="2135" y="11633"/>
                  </a:cubicBezTo>
                  <a:cubicBezTo>
                    <a:pt x="2218" y="11758"/>
                    <a:pt x="2281" y="11884"/>
                    <a:pt x="2365" y="11988"/>
                  </a:cubicBezTo>
                  <a:cubicBezTo>
                    <a:pt x="2365" y="11988"/>
                    <a:pt x="2365" y="12009"/>
                    <a:pt x="2365" y="12009"/>
                  </a:cubicBezTo>
                  <a:cubicBezTo>
                    <a:pt x="2658" y="12491"/>
                    <a:pt x="2992" y="12972"/>
                    <a:pt x="3348" y="13432"/>
                  </a:cubicBezTo>
                  <a:cubicBezTo>
                    <a:pt x="3348" y="13432"/>
                    <a:pt x="3348" y="13432"/>
                    <a:pt x="3369" y="13453"/>
                  </a:cubicBezTo>
                  <a:cubicBezTo>
                    <a:pt x="3453" y="13558"/>
                    <a:pt x="3516" y="13662"/>
                    <a:pt x="3599" y="13746"/>
                  </a:cubicBezTo>
                  <a:cubicBezTo>
                    <a:pt x="3620" y="13767"/>
                    <a:pt x="3641" y="13788"/>
                    <a:pt x="3662" y="13809"/>
                  </a:cubicBezTo>
                  <a:cubicBezTo>
                    <a:pt x="3725" y="13913"/>
                    <a:pt x="3809" y="13997"/>
                    <a:pt x="3871" y="14081"/>
                  </a:cubicBezTo>
                  <a:cubicBezTo>
                    <a:pt x="3892" y="14102"/>
                    <a:pt x="3913" y="14123"/>
                    <a:pt x="3934" y="14165"/>
                  </a:cubicBezTo>
                  <a:cubicBezTo>
                    <a:pt x="4018" y="14248"/>
                    <a:pt x="4081" y="14311"/>
                    <a:pt x="4143" y="14395"/>
                  </a:cubicBezTo>
                  <a:cubicBezTo>
                    <a:pt x="4185" y="14437"/>
                    <a:pt x="4206" y="14457"/>
                    <a:pt x="4227" y="14478"/>
                  </a:cubicBezTo>
                  <a:cubicBezTo>
                    <a:pt x="4290" y="14562"/>
                    <a:pt x="4373" y="14646"/>
                    <a:pt x="4436" y="14709"/>
                  </a:cubicBezTo>
                  <a:cubicBezTo>
                    <a:pt x="4457" y="14750"/>
                    <a:pt x="4499" y="14771"/>
                    <a:pt x="4520" y="14813"/>
                  </a:cubicBezTo>
                  <a:cubicBezTo>
                    <a:pt x="4604" y="14876"/>
                    <a:pt x="4666" y="14939"/>
                    <a:pt x="4729" y="15022"/>
                  </a:cubicBezTo>
                  <a:cubicBezTo>
                    <a:pt x="4771" y="15043"/>
                    <a:pt x="4792" y="15085"/>
                    <a:pt x="4834" y="15106"/>
                  </a:cubicBezTo>
                  <a:cubicBezTo>
                    <a:pt x="4897" y="15190"/>
                    <a:pt x="4959" y="15253"/>
                    <a:pt x="5043" y="15315"/>
                  </a:cubicBezTo>
                  <a:cubicBezTo>
                    <a:pt x="5064" y="15357"/>
                    <a:pt x="5106" y="15378"/>
                    <a:pt x="5127" y="15420"/>
                  </a:cubicBezTo>
                  <a:cubicBezTo>
                    <a:pt x="5210" y="15483"/>
                    <a:pt x="5273" y="15546"/>
                    <a:pt x="5336" y="15608"/>
                  </a:cubicBezTo>
                  <a:cubicBezTo>
                    <a:pt x="5378" y="15650"/>
                    <a:pt x="5420" y="15671"/>
                    <a:pt x="5441" y="15713"/>
                  </a:cubicBezTo>
                  <a:cubicBezTo>
                    <a:pt x="5524" y="15776"/>
                    <a:pt x="5587" y="15838"/>
                    <a:pt x="5671" y="15901"/>
                  </a:cubicBezTo>
                  <a:cubicBezTo>
                    <a:pt x="5692" y="15922"/>
                    <a:pt x="5733" y="15964"/>
                    <a:pt x="5775" y="15985"/>
                  </a:cubicBezTo>
                  <a:cubicBezTo>
                    <a:pt x="5838" y="16048"/>
                    <a:pt x="5922" y="16110"/>
                    <a:pt x="6005" y="16173"/>
                  </a:cubicBezTo>
                  <a:cubicBezTo>
                    <a:pt x="6026" y="16194"/>
                    <a:pt x="6068" y="16236"/>
                    <a:pt x="6110" y="16257"/>
                  </a:cubicBezTo>
                  <a:cubicBezTo>
                    <a:pt x="6173" y="16320"/>
                    <a:pt x="6257" y="16382"/>
                    <a:pt x="6340" y="16445"/>
                  </a:cubicBezTo>
                  <a:cubicBezTo>
                    <a:pt x="6361" y="16466"/>
                    <a:pt x="6403" y="16508"/>
                    <a:pt x="6445" y="16529"/>
                  </a:cubicBezTo>
                  <a:cubicBezTo>
                    <a:pt x="6529" y="16592"/>
                    <a:pt x="6612" y="16654"/>
                    <a:pt x="6696" y="16717"/>
                  </a:cubicBezTo>
                  <a:cubicBezTo>
                    <a:pt x="6717" y="16738"/>
                    <a:pt x="6759" y="16759"/>
                    <a:pt x="6780" y="16780"/>
                  </a:cubicBezTo>
                  <a:cubicBezTo>
                    <a:pt x="6884" y="16864"/>
                    <a:pt x="6989" y="16926"/>
                    <a:pt x="7094" y="17010"/>
                  </a:cubicBezTo>
                  <a:cubicBezTo>
                    <a:pt x="7094" y="17010"/>
                    <a:pt x="7114" y="17010"/>
                    <a:pt x="7114" y="17031"/>
                  </a:cubicBezTo>
                  <a:cubicBezTo>
                    <a:pt x="7114" y="15922"/>
                    <a:pt x="7177" y="14792"/>
                    <a:pt x="7324" y="13662"/>
                  </a:cubicBezTo>
                  <a:cubicBezTo>
                    <a:pt x="7868" y="9185"/>
                    <a:pt x="9583" y="4623"/>
                    <a:pt x="11780" y="522"/>
                  </a:cubicBezTo>
                  <a:cubicBezTo>
                    <a:pt x="10892" y="160"/>
                    <a:pt x="10014" y="1"/>
                    <a:pt x="91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9"/>
            <p:cNvSpPr/>
            <p:nvPr/>
          </p:nvSpPr>
          <p:spPr>
            <a:xfrm>
              <a:off x="1904556" y="1703226"/>
              <a:ext cx="442515" cy="527439"/>
            </a:xfrm>
            <a:custGeom>
              <a:rect b="b" l="l" r="r" t="t"/>
              <a:pathLst>
                <a:path extrusionOk="0" h="22222" w="18644">
                  <a:moveTo>
                    <a:pt x="1842" y="1"/>
                  </a:moveTo>
                  <a:cubicBezTo>
                    <a:pt x="1214" y="984"/>
                    <a:pt x="586" y="1989"/>
                    <a:pt x="1" y="3014"/>
                  </a:cubicBezTo>
                  <a:cubicBezTo>
                    <a:pt x="4834" y="5755"/>
                    <a:pt x="6989" y="14940"/>
                    <a:pt x="8516" y="21469"/>
                  </a:cubicBezTo>
                  <a:cubicBezTo>
                    <a:pt x="8579" y="21720"/>
                    <a:pt x="8642" y="21971"/>
                    <a:pt x="8684" y="22222"/>
                  </a:cubicBezTo>
                  <a:cubicBezTo>
                    <a:pt x="9479" y="21971"/>
                    <a:pt x="10253" y="21678"/>
                    <a:pt x="10985" y="21322"/>
                  </a:cubicBezTo>
                  <a:cubicBezTo>
                    <a:pt x="11111" y="21259"/>
                    <a:pt x="11236" y="21197"/>
                    <a:pt x="11362" y="21134"/>
                  </a:cubicBezTo>
                  <a:cubicBezTo>
                    <a:pt x="11488" y="21071"/>
                    <a:pt x="11613" y="21008"/>
                    <a:pt x="11718" y="20945"/>
                  </a:cubicBezTo>
                  <a:lnTo>
                    <a:pt x="11739" y="20945"/>
                  </a:lnTo>
                  <a:cubicBezTo>
                    <a:pt x="11843" y="20883"/>
                    <a:pt x="11969" y="20820"/>
                    <a:pt x="12073" y="20757"/>
                  </a:cubicBezTo>
                  <a:cubicBezTo>
                    <a:pt x="12094" y="20757"/>
                    <a:pt x="12094" y="20736"/>
                    <a:pt x="12094" y="20736"/>
                  </a:cubicBezTo>
                  <a:cubicBezTo>
                    <a:pt x="12199" y="20673"/>
                    <a:pt x="12325" y="20611"/>
                    <a:pt x="12429" y="20548"/>
                  </a:cubicBezTo>
                  <a:cubicBezTo>
                    <a:pt x="12429" y="20548"/>
                    <a:pt x="12450" y="20548"/>
                    <a:pt x="12450" y="20527"/>
                  </a:cubicBezTo>
                  <a:cubicBezTo>
                    <a:pt x="12555" y="20464"/>
                    <a:pt x="12680" y="20401"/>
                    <a:pt x="12785" y="20318"/>
                  </a:cubicBezTo>
                  <a:cubicBezTo>
                    <a:pt x="12910" y="20255"/>
                    <a:pt x="13015" y="20171"/>
                    <a:pt x="13120" y="20109"/>
                  </a:cubicBezTo>
                  <a:cubicBezTo>
                    <a:pt x="13141" y="20088"/>
                    <a:pt x="13141" y="20088"/>
                    <a:pt x="13141" y="20088"/>
                  </a:cubicBezTo>
                  <a:cubicBezTo>
                    <a:pt x="13245" y="20025"/>
                    <a:pt x="13350" y="19941"/>
                    <a:pt x="13475" y="19857"/>
                  </a:cubicBezTo>
                  <a:cubicBezTo>
                    <a:pt x="13580" y="19774"/>
                    <a:pt x="13685" y="19711"/>
                    <a:pt x="13810" y="19627"/>
                  </a:cubicBezTo>
                  <a:cubicBezTo>
                    <a:pt x="13915" y="19544"/>
                    <a:pt x="14019" y="19460"/>
                    <a:pt x="14124" y="19376"/>
                  </a:cubicBezTo>
                  <a:lnTo>
                    <a:pt x="14145" y="19376"/>
                  </a:lnTo>
                  <a:cubicBezTo>
                    <a:pt x="14249" y="19293"/>
                    <a:pt x="14354" y="19209"/>
                    <a:pt x="14438" y="19125"/>
                  </a:cubicBezTo>
                  <a:cubicBezTo>
                    <a:pt x="14459" y="19125"/>
                    <a:pt x="14459" y="19104"/>
                    <a:pt x="14459" y="19104"/>
                  </a:cubicBezTo>
                  <a:cubicBezTo>
                    <a:pt x="14563" y="19021"/>
                    <a:pt x="14668" y="18937"/>
                    <a:pt x="14773" y="18853"/>
                  </a:cubicBezTo>
                  <a:cubicBezTo>
                    <a:pt x="14877" y="18769"/>
                    <a:pt x="14982" y="18665"/>
                    <a:pt x="15066" y="18581"/>
                  </a:cubicBezTo>
                  <a:lnTo>
                    <a:pt x="15086" y="18581"/>
                  </a:lnTo>
                  <a:cubicBezTo>
                    <a:pt x="15170" y="18477"/>
                    <a:pt x="15275" y="18393"/>
                    <a:pt x="15379" y="18309"/>
                  </a:cubicBezTo>
                  <a:cubicBezTo>
                    <a:pt x="15379" y="18309"/>
                    <a:pt x="15379" y="18288"/>
                    <a:pt x="15379" y="18288"/>
                  </a:cubicBezTo>
                  <a:cubicBezTo>
                    <a:pt x="15484" y="18204"/>
                    <a:pt x="15568" y="18100"/>
                    <a:pt x="15672" y="18016"/>
                  </a:cubicBezTo>
                  <a:cubicBezTo>
                    <a:pt x="15777" y="17912"/>
                    <a:pt x="15861" y="17807"/>
                    <a:pt x="15965" y="17723"/>
                  </a:cubicBezTo>
                  <a:cubicBezTo>
                    <a:pt x="15965" y="17723"/>
                    <a:pt x="15965" y="17723"/>
                    <a:pt x="15965" y="17702"/>
                  </a:cubicBezTo>
                  <a:cubicBezTo>
                    <a:pt x="16070" y="17619"/>
                    <a:pt x="16154" y="17514"/>
                    <a:pt x="16237" y="17409"/>
                  </a:cubicBezTo>
                  <a:cubicBezTo>
                    <a:pt x="16342" y="17305"/>
                    <a:pt x="16426" y="17200"/>
                    <a:pt x="16509" y="17096"/>
                  </a:cubicBezTo>
                  <a:lnTo>
                    <a:pt x="16530" y="17096"/>
                  </a:lnTo>
                  <a:cubicBezTo>
                    <a:pt x="16614" y="16991"/>
                    <a:pt x="16698" y="16886"/>
                    <a:pt x="16781" y="16782"/>
                  </a:cubicBezTo>
                  <a:cubicBezTo>
                    <a:pt x="16886" y="16677"/>
                    <a:pt x="16970" y="16572"/>
                    <a:pt x="17053" y="16468"/>
                  </a:cubicBezTo>
                  <a:cubicBezTo>
                    <a:pt x="17137" y="16342"/>
                    <a:pt x="17221" y="16238"/>
                    <a:pt x="17304" y="16133"/>
                  </a:cubicBezTo>
                  <a:cubicBezTo>
                    <a:pt x="17388" y="16008"/>
                    <a:pt x="17472" y="15903"/>
                    <a:pt x="17535" y="15798"/>
                  </a:cubicBezTo>
                  <a:cubicBezTo>
                    <a:pt x="17618" y="15673"/>
                    <a:pt x="17702" y="15568"/>
                    <a:pt x="17786" y="15443"/>
                  </a:cubicBezTo>
                  <a:cubicBezTo>
                    <a:pt x="18099" y="14982"/>
                    <a:pt x="18371" y="14501"/>
                    <a:pt x="18643" y="13999"/>
                  </a:cubicBezTo>
                  <a:cubicBezTo>
                    <a:pt x="15379" y="7743"/>
                    <a:pt x="8705" y="3077"/>
                    <a:pt x="1946" y="64"/>
                  </a:cubicBezTo>
                  <a:cubicBezTo>
                    <a:pt x="1925" y="43"/>
                    <a:pt x="1884" y="22"/>
                    <a:pt x="18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79"/>
            <p:cNvSpPr/>
            <p:nvPr/>
          </p:nvSpPr>
          <p:spPr>
            <a:xfrm>
              <a:off x="1784364" y="1795103"/>
              <a:ext cx="304473" cy="453457"/>
            </a:xfrm>
            <a:custGeom>
              <a:rect b="b" l="l" r="r" t="t"/>
              <a:pathLst>
                <a:path extrusionOk="0" h="19105" w="12828">
                  <a:moveTo>
                    <a:pt x="4604" y="1"/>
                  </a:moveTo>
                  <a:cubicBezTo>
                    <a:pt x="2449" y="4018"/>
                    <a:pt x="754" y="8475"/>
                    <a:pt x="210" y="12827"/>
                  </a:cubicBezTo>
                  <a:cubicBezTo>
                    <a:pt x="64" y="14145"/>
                    <a:pt x="1" y="15442"/>
                    <a:pt x="43" y="16719"/>
                  </a:cubicBezTo>
                  <a:cubicBezTo>
                    <a:pt x="127" y="16761"/>
                    <a:pt x="210" y="16823"/>
                    <a:pt x="294" y="16865"/>
                  </a:cubicBezTo>
                  <a:cubicBezTo>
                    <a:pt x="315" y="16886"/>
                    <a:pt x="336" y="16886"/>
                    <a:pt x="357" y="16907"/>
                  </a:cubicBezTo>
                  <a:cubicBezTo>
                    <a:pt x="440" y="16949"/>
                    <a:pt x="524" y="16991"/>
                    <a:pt x="608" y="17033"/>
                  </a:cubicBezTo>
                  <a:cubicBezTo>
                    <a:pt x="608" y="17033"/>
                    <a:pt x="629" y="17054"/>
                    <a:pt x="629" y="17054"/>
                  </a:cubicBezTo>
                  <a:cubicBezTo>
                    <a:pt x="817" y="17158"/>
                    <a:pt x="984" y="17242"/>
                    <a:pt x="1173" y="17326"/>
                  </a:cubicBezTo>
                  <a:cubicBezTo>
                    <a:pt x="1173" y="17326"/>
                    <a:pt x="1173" y="17326"/>
                    <a:pt x="1173" y="17346"/>
                  </a:cubicBezTo>
                  <a:cubicBezTo>
                    <a:pt x="1256" y="17367"/>
                    <a:pt x="1340" y="17409"/>
                    <a:pt x="1403" y="17451"/>
                  </a:cubicBezTo>
                  <a:cubicBezTo>
                    <a:pt x="1445" y="17472"/>
                    <a:pt x="1487" y="17472"/>
                    <a:pt x="1508" y="17493"/>
                  </a:cubicBezTo>
                  <a:cubicBezTo>
                    <a:pt x="1591" y="17535"/>
                    <a:pt x="1654" y="17556"/>
                    <a:pt x="1738" y="17598"/>
                  </a:cubicBezTo>
                  <a:cubicBezTo>
                    <a:pt x="1780" y="17619"/>
                    <a:pt x="1821" y="17639"/>
                    <a:pt x="1863" y="17660"/>
                  </a:cubicBezTo>
                  <a:cubicBezTo>
                    <a:pt x="1947" y="17702"/>
                    <a:pt x="2052" y="17744"/>
                    <a:pt x="2135" y="17765"/>
                  </a:cubicBezTo>
                  <a:cubicBezTo>
                    <a:pt x="2219" y="17807"/>
                    <a:pt x="2282" y="17849"/>
                    <a:pt x="2365" y="17870"/>
                  </a:cubicBezTo>
                  <a:cubicBezTo>
                    <a:pt x="2428" y="17891"/>
                    <a:pt x="2491" y="17911"/>
                    <a:pt x="2533" y="17932"/>
                  </a:cubicBezTo>
                  <a:cubicBezTo>
                    <a:pt x="2596" y="17953"/>
                    <a:pt x="2658" y="17995"/>
                    <a:pt x="2742" y="18016"/>
                  </a:cubicBezTo>
                  <a:cubicBezTo>
                    <a:pt x="2784" y="18037"/>
                    <a:pt x="2847" y="18058"/>
                    <a:pt x="2888" y="18079"/>
                  </a:cubicBezTo>
                  <a:cubicBezTo>
                    <a:pt x="2972" y="18100"/>
                    <a:pt x="3035" y="18121"/>
                    <a:pt x="3119" y="18142"/>
                  </a:cubicBezTo>
                  <a:cubicBezTo>
                    <a:pt x="3160" y="18163"/>
                    <a:pt x="3202" y="18183"/>
                    <a:pt x="3265" y="18204"/>
                  </a:cubicBezTo>
                  <a:cubicBezTo>
                    <a:pt x="3370" y="18246"/>
                    <a:pt x="3495" y="18288"/>
                    <a:pt x="3600" y="18309"/>
                  </a:cubicBezTo>
                  <a:cubicBezTo>
                    <a:pt x="3642" y="18330"/>
                    <a:pt x="3663" y="18330"/>
                    <a:pt x="3704" y="18351"/>
                  </a:cubicBezTo>
                  <a:cubicBezTo>
                    <a:pt x="3788" y="18372"/>
                    <a:pt x="3893" y="18393"/>
                    <a:pt x="3976" y="18435"/>
                  </a:cubicBezTo>
                  <a:cubicBezTo>
                    <a:pt x="4039" y="18435"/>
                    <a:pt x="4081" y="18455"/>
                    <a:pt x="4123" y="18476"/>
                  </a:cubicBezTo>
                  <a:cubicBezTo>
                    <a:pt x="4207" y="18497"/>
                    <a:pt x="4290" y="18518"/>
                    <a:pt x="4374" y="18539"/>
                  </a:cubicBezTo>
                  <a:cubicBezTo>
                    <a:pt x="4416" y="18560"/>
                    <a:pt x="4458" y="18560"/>
                    <a:pt x="4500" y="18560"/>
                  </a:cubicBezTo>
                  <a:cubicBezTo>
                    <a:pt x="4625" y="18602"/>
                    <a:pt x="4751" y="18644"/>
                    <a:pt x="4876" y="18665"/>
                  </a:cubicBezTo>
                  <a:cubicBezTo>
                    <a:pt x="5044" y="18707"/>
                    <a:pt x="5211" y="18727"/>
                    <a:pt x="5357" y="18769"/>
                  </a:cubicBezTo>
                  <a:cubicBezTo>
                    <a:pt x="5399" y="18769"/>
                    <a:pt x="5462" y="18790"/>
                    <a:pt x="5504" y="18790"/>
                  </a:cubicBezTo>
                  <a:cubicBezTo>
                    <a:pt x="5609" y="18811"/>
                    <a:pt x="5734" y="18832"/>
                    <a:pt x="5839" y="18853"/>
                  </a:cubicBezTo>
                  <a:cubicBezTo>
                    <a:pt x="5901" y="18874"/>
                    <a:pt x="5943" y="18874"/>
                    <a:pt x="6006" y="18895"/>
                  </a:cubicBezTo>
                  <a:cubicBezTo>
                    <a:pt x="6111" y="18895"/>
                    <a:pt x="6215" y="18916"/>
                    <a:pt x="6299" y="18937"/>
                  </a:cubicBezTo>
                  <a:cubicBezTo>
                    <a:pt x="6362" y="18937"/>
                    <a:pt x="6425" y="18958"/>
                    <a:pt x="6487" y="18958"/>
                  </a:cubicBezTo>
                  <a:cubicBezTo>
                    <a:pt x="6592" y="18979"/>
                    <a:pt x="6697" y="18979"/>
                    <a:pt x="6801" y="18999"/>
                  </a:cubicBezTo>
                  <a:cubicBezTo>
                    <a:pt x="6843" y="18999"/>
                    <a:pt x="6906" y="19020"/>
                    <a:pt x="6969" y="19020"/>
                  </a:cubicBezTo>
                  <a:cubicBezTo>
                    <a:pt x="7094" y="19020"/>
                    <a:pt x="7220" y="19041"/>
                    <a:pt x="7345" y="19062"/>
                  </a:cubicBezTo>
                  <a:lnTo>
                    <a:pt x="7429" y="19062"/>
                  </a:lnTo>
                  <a:cubicBezTo>
                    <a:pt x="7596" y="19083"/>
                    <a:pt x="7743" y="19083"/>
                    <a:pt x="7889" y="19083"/>
                  </a:cubicBezTo>
                  <a:cubicBezTo>
                    <a:pt x="7952" y="19083"/>
                    <a:pt x="7994" y="19083"/>
                    <a:pt x="8036" y="19104"/>
                  </a:cubicBezTo>
                  <a:lnTo>
                    <a:pt x="9479" y="19104"/>
                  </a:lnTo>
                  <a:cubicBezTo>
                    <a:pt x="9584" y="19083"/>
                    <a:pt x="9710" y="19083"/>
                    <a:pt x="9814" y="19083"/>
                  </a:cubicBezTo>
                  <a:cubicBezTo>
                    <a:pt x="9856" y="19083"/>
                    <a:pt x="9898" y="19083"/>
                    <a:pt x="9940" y="19062"/>
                  </a:cubicBezTo>
                  <a:cubicBezTo>
                    <a:pt x="10107" y="19062"/>
                    <a:pt x="10254" y="19041"/>
                    <a:pt x="10400" y="19041"/>
                  </a:cubicBezTo>
                  <a:cubicBezTo>
                    <a:pt x="10442" y="19020"/>
                    <a:pt x="10463" y="19020"/>
                    <a:pt x="10484" y="19020"/>
                  </a:cubicBezTo>
                  <a:cubicBezTo>
                    <a:pt x="10609" y="18999"/>
                    <a:pt x="10735" y="18999"/>
                    <a:pt x="10860" y="18979"/>
                  </a:cubicBezTo>
                  <a:cubicBezTo>
                    <a:pt x="10902" y="18979"/>
                    <a:pt x="10965" y="18958"/>
                    <a:pt x="11028" y="18958"/>
                  </a:cubicBezTo>
                  <a:cubicBezTo>
                    <a:pt x="11111" y="18937"/>
                    <a:pt x="11216" y="18937"/>
                    <a:pt x="11321" y="18916"/>
                  </a:cubicBezTo>
                  <a:cubicBezTo>
                    <a:pt x="11363" y="18916"/>
                    <a:pt x="11425" y="18895"/>
                    <a:pt x="11488" y="18895"/>
                  </a:cubicBezTo>
                  <a:cubicBezTo>
                    <a:pt x="11572" y="18874"/>
                    <a:pt x="11676" y="18853"/>
                    <a:pt x="11760" y="18832"/>
                  </a:cubicBezTo>
                  <a:cubicBezTo>
                    <a:pt x="11823" y="18832"/>
                    <a:pt x="11886" y="18811"/>
                    <a:pt x="11948" y="18811"/>
                  </a:cubicBezTo>
                  <a:cubicBezTo>
                    <a:pt x="12032" y="18790"/>
                    <a:pt x="12137" y="18769"/>
                    <a:pt x="12241" y="18748"/>
                  </a:cubicBezTo>
                  <a:cubicBezTo>
                    <a:pt x="12283" y="18727"/>
                    <a:pt x="12346" y="18727"/>
                    <a:pt x="12388" y="18707"/>
                  </a:cubicBezTo>
                  <a:cubicBezTo>
                    <a:pt x="12534" y="18686"/>
                    <a:pt x="12660" y="18644"/>
                    <a:pt x="12806" y="18623"/>
                  </a:cubicBezTo>
                  <a:lnTo>
                    <a:pt x="12827" y="18623"/>
                  </a:lnTo>
                  <a:cubicBezTo>
                    <a:pt x="12764" y="18351"/>
                    <a:pt x="12702" y="18100"/>
                    <a:pt x="12639" y="17828"/>
                  </a:cubicBezTo>
                  <a:cubicBezTo>
                    <a:pt x="11153" y="11467"/>
                    <a:pt x="9061" y="2533"/>
                    <a:pt x="46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9"/>
            <p:cNvSpPr/>
            <p:nvPr/>
          </p:nvSpPr>
          <p:spPr>
            <a:xfrm>
              <a:off x="1676608" y="1462366"/>
              <a:ext cx="311902" cy="212594"/>
            </a:xfrm>
            <a:custGeom>
              <a:rect b="b" l="l" r="r" t="t"/>
              <a:pathLst>
                <a:path extrusionOk="0" h="8957" w="13141">
                  <a:moveTo>
                    <a:pt x="8098" y="1"/>
                  </a:moveTo>
                  <a:cubicBezTo>
                    <a:pt x="7889" y="64"/>
                    <a:pt x="7700" y="127"/>
                    <a:pt x="7512" y="210"/>
                  </a:cubicBezTo>
                  <a:lnTo>
                    <a:pt x="7491" y="210"/>
                  </a:lnTo>
                  <a:cubicBezTo>
                    <a:pt x="7115" y="357"/>
                    <a:pt x="6738" y="503"/>
                    <a:pt x="6361" y="671"/>
                  </a:cubicBezTo>
                  <a:cubicBezTo>
                    <a:pt x="6340" y="671"/>
                    <a:pt x="6340" y="671"/>
                    <a:pt x="6320" y="691"/>
                  </a:cubicBezTo>
                  <a:cubicBezTo>
                    <a:pt x="5964" y="838"/>
                    <a:pt x="5608" y="1026"/>
                    <a:pt x="5252" y="1215"/>
                  </a:cubicBezTo>
                  <a:cubicBezTo>
                    <a:pt x="5231" y="1215"/>
                    <a:pt x="5211" y="1235"/>
                    <a:pt x="5211" y="1235"/>
                  </a:cubicBezTo>
                  <a:cubicBezTo>
                    <a:pt x="4855" y="1424"/>
                    <a:pt x="4520" y="1633"/>
                    <a:pt x="4185" y="1842"/>
                  </a:cubicBezTo>
                  <a:cubicBezTo>
                    <a:pt x="4164" y="1842"/>
                    <a:pt x="4143" y="1863"/>
                    <a:pt x="4143" y="1863"/>
                  </a:cubicBezTo>
                  <a:cubicBezTo>
                    <a:pt x="3809" y="2072"/>
                    <a:pt x="3474" y="2303"/>
                    <a:pt x="3160" y="2554"/>
                  </a:cubicBezTo>
                  <a:cubicBezTo>
                    <a:pt x="3139" y="2554"/>
                    <a:pt x="3118" y="2575"/>
                    <a:pt x="3118" y="2575"/>
                  </a:cubicBezTo>
                  <a:cubicBezTo>
                    <a:pt x="2804" y="2805"/>
                    <a:pt x="2490" y="3056"/>
                    <a:pt x="2177" y="3328"/>
                  </a:cubicBezTo>
                  <a:cubicBezTo>
                    <a:pt x="2177" y="3328"/>
                    <a:pt x="2156" y="3349"/>
                    <a:pt x="2156" y="3349"/>
                  </a:cubicBezTo>
                  <a:cubicBezTo>
                    <a:pt x="1842" y="3621"/>
                    <a:pt x="1549" y="3893"/>
                    <a:pt x="1256" y="4186"/>
                  </a:cubicBezTo>
                  <a:cubicBezTo>
                    <a:pt x="1256" y="4186"/>
                    <a:pt x="1256" y="4186"/>
                    <a:pt x="1235" y="4207"/>
                  </a:cubicBezTo>
                  <a:cubicBezTo>
                    <a:pt x="942" y="4500"/>
                    <a:pt x="670" y="4793"/>
                    <a:pt x="419" y="5106"/>
                  </a:cubicBezTo>
                  <a:cubicBezTo>
                    <a:pt x="398" y="5106"/>
                    <a:pt x="398" y="5106"/>
                    <a:pt x="398" y="5127"/>
                  </a:cubicBezTo>
                  <a:cubicBezTo>
                    <a:pt x="252" y="5274"/>
                    <a:pt x="126" y="5441"/>
                    <a:pt x="1" y="5588"/>
                  </a:cubicBezTo>
                  <a:cubicBezTo>
                    <a:pt x="3244" y="6153"/>
                    <a:pt x="7156" y="7282"/>
                    <a:pt x="11090" y="8956"/>
                  </a:cubicBezTo>
                  <a:cubicBezTo>
                    <a:pt x="11383" y="8517"/>
                    <a:pt x="11697" y="8078"/>
                    <a:pt x="11990" y="7659"/>
                  </a:cubicBezTo>
                  <a:cubicBezTo>
                    <a:pt x="12366" y="7136"/>
                    <a:pt x="12764" y="6634"/>
                    <a:pt x="13141" y="6153"/>
                  </a:cubicBezTo>
                  <a:cubicBezTo>
                    <a:pt x="9416" y="4186"/>
                    <a:pt x="8244" y="1989"/>
                    <a:pt x="80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79"/>
            <p:cNvSpPr/>
            <p:nvPr/>
          </p:nvSpPr>
          <p:spPr>
            <a:xfrm>
              <a:off x="1892143" y="1442999"/>
              <a:ext cx="233932" cy="147038"/>
            </a:xfrm>
            <a:custGeom>
              <a:rect b="b" l="l" r="r" t="t"/>
              <a:pathLst>
                <a:path extrusionOk="0" h="6195" w="9856">
                  <a:moveTo>
                    <a:pt x="3913" y="1"/>
                  </a:moveTo>
                  <a:cubicBezTo>
                    <a:pt x="3767" y="1"/>
                    <a:pt x="3641" y="22"/>
                    <a:pt x="3495" y="22"/>
                  </a:cubicBezTo>
                  <a:lnTo>
                    <a:pt x="3432" y="22"/>
                  </a:lnTo>
                  <a:cubicBezTo>
                    <a:pt x="3118" y="43"/>
                    <a:pt x="2783" y="64"/>
                    <a:pt x="2469" y="85"/>
                  </a:cubicBezTo>
                  <a:cubicBezTo>
                    <a:pt x="2448" y="106"/>
                    <a:pt x="2428" y="106"/>
                    <a:pt x="2428" y="106"/>
                  </a:cubicBezTo>
                  <a:cubicBezTo>
                    <a:pt x="2281" y="106"/>
                    <a:pt x="2135" y="127"/>
                    <a:pt x="1988" y="147"/>
                  </a:cubicBezTo>
                  <a:cubicBezTo>
                    <a:pt x="1967" y="147"/>
                    <a:pt x="1946" y="147"/>
                    <a:pt x="1925" y="168"/>
                  </a:cubicBezTo>
                  <a:cubicBezTo>
                    <a:pt x="1779" y="168"/>
                    <a:pt x="1632" y="189"/>
                    <a:pt x="1507" y="231"/>
                  </a:cubicBezTo>
                  <a:lnTo>
                    <a:pt x="1444" y="231"/>
                  </a:lnTo>
                  <a:cubicBezTo>
                    <a:pt x="963" y="315"/>
                    <a:pt x="482" y="419"/>
                    <a:pt x="21" y="524"/>
                  </a:cubicBezTo>
                  <a:lnTo>
                    <a:pt x="0" y="524"/>
                  </a:lnTo>
                  <a:cubicBezTo>
                    <a:pt x="105" y="2344"/>
                    <a:pt x="1151" y="4374"/>
                    <a:pt x="4666" y="6194"/>
                  </a:cubicBezTo>
                  <a:cubicBezTo>
                    <a:pt x="6466" y="4018"/>
                    <a:pt x="8265" y="2219"/>
                    <a:pt x="9855" y="984"/>
                  </a:cubicBezTo>
                  <a:cubicBezTo>
                    <a:pt x="9709" y="922"/>
                    <a:pt x="9563" y="880"/>
                    <a:pt x="9416" y="838"/>
                  </a:cubicBezTo>
                  <a:cubicBezTo>
                    <a:pt x="9291" y="796"/>
                    <a:pt x="9144" y="754"/>
                    <a:pt x="8998" y="712"/>
                  </a:cubicBezTo>
                  <a:cubicBezTo>
                    <a:pt x="8977" y="691"/>
                    <a:pt x="8977" y="691"/>
                    <a:pt x="8956" y="691"/>
                  </a:cubicBezTo>
                  <a:cubicBezTo>
                    <a:pt x="8830" y="650"/>
                    <a:pt x="8705" y="629"/>
                    <a:pt x="8579" y="587"/>
                  </a:cubicBezTo>
                  <a:cubicBezTo>
                    <a:pt x="8558" y="587"/>
                    <a:pt x="8516" y="566"/>
                    <a:pt x="8495" y="566"/>
                  </a:cubicBezTo>
                  <a:cubicBezTo>
                    <a:pt x="8349" y="524"/>
                    <a:pt x="8202" y="482"/>
                    <a:pt x="8056" y="461"/>
                  </a:cubicBezTo>
                  <a:cubicBezTo>
                    <a:pt x="7889" y="419"/>
                    <a:pt x="7742" y="378"/>
                    <a:pt x="7575" y="357"/>
                  </a:cubicBezTo>
                  <a:cubicBezTo>
                    <a:pt x="7533" y="336"/>
                    <a:pt x="7470" y="336"/>
                    <a:pt x="7428" y="315"/>
                  </a:cubicBezTo>
                  <a:cubicBezTo>
                    <a:pt x="7303" y="294"/>
                    <a:pt x="7198" y="273"/>
                    <a:pt x="7094" y="252"/>
                  </a:cubicBezTo>
                  <a:cubicBezTo>
                    <a:pt x="7031" y="252"/>
                    <a:pt x="6989" y="231"/>
                    <a:pt x="6926" y="231"/>
                  </a:cubicBezTo>
                  <a:cubicBezTo>
                    <a:pt x="6822" y="210"/>
                    <a:pt x="6717" y="189"/>
                    <a:pt x="6612" y="189"/>
                  </a:cubicBezTo>
                  <a:cubicBezTo>
                    <a:pt x="6550" y="168"/>
                    <a:pt x="6487" y="168"/>
                    <a:pt x="6445" y="147"/>
                  </a:cubicBezTo>
                  <a:cubicBezTo>
                    <a:pt x="6319" y="147"/>
                    <a:pt x="6215" y="127"/>
                    <a:pt x="6089" y="106"/>
                  </a:cubicBezTo>
                  <a:lnTo>
                    <a:pt x="5964" y="106"/>
                  </a:lnTo>
                  <a:cubicBezTo>
                    <a:pt x="5650" y="64"/>
                    <a:pt x="5315" y="43"/>
                    <a:pt x="5001" y="22"/>
                  </a:cubicBezTo>
                  <a:lnTo>
                    <a:pt x="4897" y="22"/>
                  </a:lnTo>
                  <a:cubicBezTo>
                    <a:pt x="4771" y="22"/>
                    <a:pt x="4645" y="22"/>
                    <a:pt x="4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9"/>
            <p:cNvSpPr/>
            <p:nvPr/>
          </p:nvSpPr>
          <p:spPr>
            <a:xfrm>
              <a:off x="2024250" y="1475776"/>
              <a:ext cx="326285" cy="187768"/>
            </a:xfrm>
            <a:custGeom>
              <a:rect b="b" l="l" r="r" t="t"/>
              <a:pathLst>
                <a:path extrusionOk="0" h="7911" w="13747">
                  <a:moveTo>
                    <a:pt x="5336" y="1"/>
                  </a:moveTo>
                  <a:cubicBezTo>
                    <a:pt x="3745" y="1131"/>
                    <a:pt x="1883" y="2951"/>
                    <a:pt x="0" y="5232"/>
                  </a:cubicBezTo>
                  <a:cubicBezTo>
                    <a:pt x="2971" y="6550"/>
                    <a:pt x="5942" y="6843"/>
                    <a:pt x="8662" y="7115"/>
                  </a:cubicBezTo>
                  <a:cubicBezTo>
                    <a:pt x="10504" y="7282"/>
                    <a:pt x="12219" y="7450"/>
                    <a:pt x="13747" y="7910"/>
                  </a:cubicBezTo>
                  <a:cubicBezTo>
                    <a:pt x="13308" y="7031"/>
                    <a:pt x="12805" y="6215"/>
                    <a:pt x="12219" y="5441"/>
                  </a:cubicBezTo>
                  <a:cubicBezTo>
                    <a:pt x="12219" y="5441"/>
                    <a:pt x="12219" y="5420"/>
                    <a:pt x="12219" y="5420"/>
                  </a:cubicBezTo>
                  <a:cubicBezTo>
                    <a:pt x="12136" y="5336"/>
                    <a:pt x="12073" y="5232"/>
                    <a:pt x="12010" y="5148"/>
                  </a:cubicBezTo>
                  <a:cubicBezTo>
                    <a:pt x="11989" y="5148"/>
                    <a:pt x="11989" y="5127"/>
                    <a:pt x="11989" y="5127"/>
                  </a:cubicBezTo>
                  <a:cubicBezTo>
                    <a:pt x="11906" y="5044"/>
                    <a:pt x="11843" y="4939"/>
                    <a:pt x="11780" y="4855"/>
                  </a:cubicBezTo>
                  <a:cubicBezTo>
                    <a:pt x="11759" y="4855"/>
                    <a:pt x="11759" y="4855"/>
                    <a:pt x="11759" y="4834"/>
                  </a:cubicBezTo>
                  <a:cubicBezTo>
                    <a:pt x="11299" y="4290"/>
                    <a:pt x="10818" y="3767"/>
                    <a:pt x="10295" y="3265"/>
                  </a:cubicBezTo>
                  <a:cubicBezTo>
                    <a:pt x="10295" y="3265"/>
                    <a:pt x="10274" y="3244"/>
                    <a:pt x="10274" y="3244"/>
                  </a:cubicBezTo>
                  <a:cubicBezTo>
                    <a:pt x="10190" y="3181"/>
                    <a:pt x="10127" y="3098"/>
                    <a:pt x="10043" y="3035"/>
                  </a:cubicBezTo>
                  <a:cubicBezTo>
                    <a:pt x="10023" y="3014"/>
                    <a:pt x="10002" y="2993"/>
                    <a:pt x="9981" y="2972"/>
                  </a:cubicBezTo>
                  <a:cubicBezTo>
                    <a:pt x="9918" y="2909"/>
                    <a:pt x="9834" y="2847"/>
                    <a:pt x="9771" y="2805"/>
                  </a:cubicBezTo>
                  <a:cubicBezTo>
                    <a:pt x="9751" y="2763"/>
                    <a:pt x="9709" y="2742"/>
                    <a:pt x="9688" y="2721"/>
                  </a:cubicBezTo>
                  <a:cubicBezTo>
                    <a:pt x="9625" y="2658"/>
                    <a:pt x="9562" y="2616"/>
                    <a:pt x="9479" y="2554"/>
                  </a:cubicBezTo>
                  <a:cubicBezTo>
                    <a:pt x="9458" y="2533"/>
                    <a:pt x="9437" y="2512"/>
                    <a:pt x="9395" y="2470"/>
                  </a:cubicBezTo>
                  <a:cubicBezTo>
                    <a:pt x="9332" y="2428"/>
                    <a:pt x="9269" y="2365"/>
                    <a:pt x="9186" y="2303"/>
                  </a:cubicBezTo>
                  <a:cubicBezTo>
                    <a:pt x="9165" y="2282"/>
                    <a:pt x="9123" y="2261"/>
                    <a:pt x="9102" y="2240"/>
                  </a:cubicBezTo>
                  <a:cubicBezTo>
                    <a:pt x="9039" y="2177"/>
                    <a:pt x="8955" y="2135"/>
                    <a:pt x="8893" y="2072"/>
                  </a:cubicBezTo>
                  <a:cubicBezTo>
                    <a:pt x="8851" y="2051"/>
                    <a:pt x="8830" y="2031"/>
                    <a:pt x="8809" y="2010"/>
                  </a:cubicBezTo>
                  <a:cubicBezTo>
                    <a:pt x="8474" y="1759"/>
                    <a:pt x="8118" y="1507"/>
                    <a:pt x="7742" y="1277"/>
                  </a:cubicBezTo>
                  <a:cubicBezTo>
                    <a:pt x="7700" y="1256"/>
                    <a:pt x="7679" y="1235"/>
                    <a:pt x="7637" y="1215"/>
                  </a:cubicBezTo>
                  <a:cubicBezTo>
                    <a:pt x="7574" y="1173"/>
                    <a:pt x="7491" y="1131"/>
                    <a:pt x="7428" y="1089"/>
                  </a:cubicBezTo>
                  <a:cubicBezTo>
                    <a:pt x="7386" y="1047"/>
                    <a:pt x="7344" y="1026"/>
                    <a:pt x="7302" y="1005"/>
                  </a:cubicBezTo>
                  <a:cubicBezTo>
                    <a:pt x="7240" y="963"/>
                    <a:pt x="7156" y="922"/>
                    <a:pt x="7093" y="880"/>
                  </a:cubicBezTo>
                  <a:cubicBezTo>
                    <a:pt x="7051" y="859"/>
                    <a:pt x="7010" y="838"/>
                    <a:pt x="6947" y="796"/>
                  </a:cubicBezTo>
                  <a:cubicBezTo>
                    <a:pt x="6884" y="775"/>
                    <a:pt x="6821" y="733"/>
                    <a:pt x="6758" y="691"/>
                  </a:cubicBezTo>
                  <a:cubicBezTo>
                    <a:pt x="6696" y="670"/>
                    <a:pt x="6654" y="650"/>
                    <a:pt x="6612" y="608"/>
                  </a:cubicBezTo>
                  <a:cubicBezTo>
                    <a:pt x="6549" y="587"/>
                    <a:pt x="6466" y="545"/>
                    <a:pt x="6403" y="503"/>
                  </a:cubicBezTo>
                  <a:cubicBezTo>
                    <a:pt x="6361" y="482"/>
                    <a:pt x="6298" y="461"/>
                    <a:pt x="6256" y="440"/>
                  </a:cubicBezTo>
                  <a:cubicBezTo>
                    <a:pt x="6193" y="398"/>
                    <a:pt x="6110" y="357"/>
                    <a:pt x="6047" y="336"/>
                  </a:cubicBezTo>
                  <a:cubicBezTo>
                    <a:pt x="6005" y="315"/>
                    <a:pt x="5942" y="294"/>
                    <a:pt x="5901" y="252"/>
                  </a:cubicBezTo>
                  <a:cubicBezTo>
                    <a:pt x="5838" y="231"/>
                    <a:pt x="5754" y="189"/>
                    <a:pt x="5691" y="168"/>
                  </a:cubicBezTo>
                  <a:cubicBezTo>
                    <a:pt x="5649" y="147"/>
                    <a:pt x="5587" y="126"/>
                    <a:pt x="5545" y="106"/>
                  </a:cubicBezTo>
                  <a:cubicBezTo>
                    <a:pt x="5461" y="64"/>
                    <a:pt x="5398" y="43"/>
                    <a:pt x="53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9"/>
            <p:cNvSpPr/>
            <p:nvPr/>
          </p:nvSpPr>
          <p:spPr>
            <a:xfrm>
              <a:off x="1588719" y="1615835"/>
              <a:ext cx="338224" cy="256267"/>
            </a:xfrm>
            <a:custGeom>
              <a:rect b="b" l="l" r="r" t="t"/>
              <a:pathLst>
                <a:path extrusionOk="0" h="10797" w="14250">
                  <a:moveTo>
                    <a:pt x="3055" y="0"/>
                  </a:moveTo>
                  <a:cubicBezTo>
                    <a:pt x="2992" y="84"/>
                    <a:pt x="2929" y="189"/>
                    <a:pt x="2867" y="272"/>
                  </a:cubicBezTo>
                  <a:cubicBezTo>
                    <a:pt x="2846" y="293"/>
                    <a:pt x="2846" y="314"/>
                    <a:pt x="2825" y="335"/>
                  </a:cubicBezTo>
                  <a:cubicBezTo>
                    <a:pt x="2762" y="419"/>
                    <a:pt x="2720" y="503"/>
                    <a:pt x="2657" y="586"/>
                  </a:cubicBezTo>
                  <a:cubicBezTo>
                    <a:pt x="2636" y="628"/>
                    <a:pt x="2616" y="649"/>
                    <a:pt x="2616" y="670"/>
                  </a:cubicBezTo>
                  <a:cubicBezTo>
                    <a:pt x="2553" y="754"/>
                    <a:pt x="2511" y="837"/>
                    <a:pt x="2448" y="921"/>
                  </a:cubicBezTo>
                  <a:cubicBezTo>
                    <a:pt x="2427" y="963"/>
                    <a:pt x="2406" y="984"/>
                    <a:pt x="2406" y="1005"/>
                  </a:cubicBezTo>
                  <a:cubicBezTo>
                    <a:pt x="2344" y="1088"/>
                    <a:pt x="2302" y="1172"/>
                    <a:pt x="2260" y="1256"/>
                  </a:cubicBezTo>
                  <a:cubicBezTo>
                    <a:pt x="2239" y="1298"/>
                    <a:pt x="2218" y="1340"/>
                    <a:pt x="2197" y="1360"/>
                  </a:cubicBezTo>
                  <a:cubicBezTo>
                    <a:pt x="2155" y="1444"/>
                    <a:pt x="2113" y="1528"/>
                    <a:pt x="2051" y="1612"/>
                  </a:cubicBezTo>
                  <a:cubicBezTo>
                    <a:pt x="2030" y="1653"/>
                    <a:pt x="2009" y="1695"/>
                    <a:pt x="2009" y="1716"/>
                  </a:cubicBezTo>
                  <a:cubicBezTo>
                    <a:pt x="1946" y="1800"/>
                    <a:pt x="1925" y="1884"/>
                    <a:pt x="1883" y="1967"/>
                  </a:cubicBezTo>
                  <a:cubicBezTo>
                    <a:pt x="1862" y="2009"/>
                    <a:pt x="1841" y="2051"/>
                    <a:pt x="1820" y="2093"/>
                  </a:cubicBezTo>
                  <a:cubicBezTo>
                    <a:pt x="1779" y="2156"/>
                    <a:pt x="1737" y="2239"/>
                    <a:pt x="1695" y="2323"/>
                  </a:cubicBezTo>
                  <a:cubicBezTo>
                    <a:pt x="1674" y="2365"/>
                    <a:pt x="1653" y="2407"/>
                    <a:pt x="1632" y="2469"/>
                  </a:cubicBezTo>
                  <a:cubicBezTo>
                    <a:pt x="1590" y="2532"/>
                    <a:pt x="1569" y="2616"/>
                    <a:pt x="1528" y="2679"/>
                  </a:cubicBezTo>
                  <a:cubicBezTo>
                    <a:pt x="1507" y="2741"/>
                    <a:pt x="1486" y="2783"/>
                    <a:pt x="1465" y="2846"/>
                  </a:cubicBezTo>
                  <a:cubicBezTo>
                    <a:pt x="1423" y="2909"/>
                    <a:pt x="1402" y="2992"/>
                    <a:pt x="1360" y="3055"/>
                  </a:cubicBezTo>
                  <a:cubicBezTo>
                    <a:pt x="1339" y="3118"/>
                    <a:pt x="1318" y="3181"/>
                    <a:pt x="1297" y="3223"/>
                  </a:cubicBezTo>
                  <a:cubicBezTo>
                    <a:pt x="1256" y="3306"/>
                    <a:pt x="1235" y="3369"/>
                    <a:pt x="1214" y="3432"/>
                  </a:cubicBezTo>
                  <a:cubicBezTo>
                    <a:pt x="1193" y="3495"/>
                    <a:pt x="1151" y="3557"/>
                    <a:pt x="1130" y="3620"/>
                  </a:cubicBezTo>
                  <a:cubicBezTo>
                    <a:pt x="1109" y="3683"/>
                    <a:pt x="1088" y="3767"/>
                    <a:pt x="1067" y="3829"/>
                  </a:cubicBezTo>
                  <a:cubicBezTo>
                    <a:pt x="1046" y="3892"/>
                    <a:pt x="1004" y="3955"/>
                    <a:pt x="984" y="4018"/>
                  </a:cubicBezTo>
                  <a:cubicBezTo>
                    <a:pt x="963" y="4081"/>
                    <a:pt x="942" y="4143"/>
                    <a:pt x="921" y="4227"/>
                  </a:cubicBezTo>
                  <a:cubicBezTo>
                    <a:pt x="900" y="4290"/>
                    <a:pt x="879" y="4353"/>
                    <a:pt x="858" y="4415"/>
                  </a:cubicBezTo>
                  <a:cubicBezTo>
                    <a:pt x="837" y="4478"/>
                    <a:pt x="816" y="4562"/>
                    <a:pt x="795" y="4625"/>
                  </a:cubicBezTo>
                  <a:cubicBezTo>
                    <a:pt x="774" y="4687"/>
                    <a:pt x="753" y="4771"/>
                    <a:pt x="732" y="4834"/>
                  </a:cubicBezTo>
                  <a:cubicBezTo>
                    <a:pt x="711" y="4897"/>
                    <a:pt x="691" y="4959"/>
                    <a:pt x="670" y="5022"/>
                  </a:cubicBezTo>
                  <a:cubicBezTo>
                    <a:pt x="649" y="5106"/>
                    <a:pt x="628" y="5189"/>
                    <a:pt x="607" y="5294"/>
                  </a:cubicBezTo>
                  <a:cubicBezTo>
                    <a:pt x="586" y="5336"/>
                    <a:pt x="565" y="5378"/>
                    <a:pt x="565" y="5420"/>
                  </a:cubicBezTo>
                  <a:cubicBezTo>
                    <a:pt x="523" y="5566"/>
                    <a:pt x="481" y="5692"/>
                    <a:pt x="460" y="5838"/>
                  </a:cubicBezTo>
                  <a:cubicBezTo>
                    <a:pt x="419" y="5964"/>
                    <a:pt x="398" y="6089"/>
                    <a:pt x="377" y="6215"/>
                  </a:cubicBezTo>
                  <a:cubicBezTo>
                    <a:pt x="356" y="6257"/>
                    <a:pt x="356" y="6298"/>
                    <a:pt x="356" y="6340"/>
                  </a:cubicBezTo>
                  <a:cubicBezTo>
                    <a:pt x="335" y="6424"/>
                    <a:pt x="314" y="6529"/>
                    <a:pt x="293" y="6612"/>
                  </a:cubicBezTo>
                  <a:cubicBezTo>
                    <a:pt x="293" y="6654"/>
                    <a:pt x="272" y="6696"/>
                    <a:pt x="272" y="6738"/>
                  </a:cubicBezTo>
                  <a:cubicBezTo>
                    <a:pt x="251" y="6863"/>
                    <a:pt x="230" y="6989"/>
                    <a:pt x="209" y="7094"/>
                  </a:cubicBezTo>
                  <a:cubicBezTo>
                    <a:pt x="209" y="7135"/>
                    <a:pt x="209" y="7177"/>
                    <a:pt x="188" y="7198"/>
                  </a:cubicBezTo>
                  <a:cubicBezTo>
                    <a:pt x="188" y="7303"/>
                    <a:pt x="167" y="7386"/>
                    <a:pt x="167" y="7470"/>
                  </a:cubicBezTo>
                  <a:cubicBezTo>
                    <a:pt x="147" y="7533"/>
                    <a:pt x="147" y="7575"/>
                    <a:pt x="147" y="7638"/>
                  </a:cubicBezTo>
                  <a:cubicBezTo>
                    <a:pt x="126" y="7700"/>
                    <a:pt x="126" y="7784"/>
                    <a:pt x="105" y="7868"/>
                  </a:cubicBezTo>
                  <a:cubicBezTo>
                    <a:pt x="105" y="7910"/>
                    <a:pt x="105" y="7972"/>
                    <a:pt x="105" y="8014"/>
                  </a:cubicBezTo>
                  <a:cubicBezTo>
                    <a:pt x="84" y="8119"/>
                    <a:pt x="84" y="8244"/>
                    <a:pt x="63" y="8349"/>
                  </a:cubicBezTo>
                  <a:cubicBezTo>
                    <a:pt x="63" y="8412"/>
                    <a:pt x="63" y="8474"/>
                    <a:pt x="42" y="8558"/>
                  </a:cubicBezTo>
                  <a:cubicBezTo>
                    <a:pt x="42" y="8600"/>
                    <a:pt x="42" y="8663"/>
                    <a:pt x="42" y="8705"/>
                  </a:cubicBezTo>
                  <a:cubicBezTo>
                    <a:pt x="42" y="8788"/>
                    <a:pt x="42" y="8851"/>
                    <a:pt x="21" y="8935"/>
                  </a:cubicBezTo>
                  <a:cubicBezTo>
                    <a:pt x="21" y="8956"/>
                    <a:pt x="21" y="8998"/>
                    <a:pt x="21" y="9039"/>
                  </a:cubicBezTo>
                  <a:cubicBezTo>
                    <a:pt x="21" y="9311"/>
                    <a:pt x="0" y="9583"/>
                    <a:pt x="21" y="9855"/>
                  </a:cubicBezTo>
                  <a:cubicBezTo>
                    <a:pt x="21" y="9876"/>
                    <a:pt x="21" y="9897"/>
                    <a:pt x="21" y="9918"/>
                  </a:cubicBezTo>
                  <a:cubicBezTo>
                    <a:pt x="21" y="10211"/>
                    <a:pt x="21" y="10504"/>
                    <a:pt x="42" y="10797"/>
                  </a:cubicBezTo>
                  <a:cubicBezTo>
                    <a:pt x="1004" y="9772"/>
                    <a:pt x="2113" y="8726"/>
                    <a:pt x="3348" y="7847"/>
                  </a:cubicBezTo>
                  <a:cubicBezTo>
                    <a:pt x="5139" y="6557"/>
                    <a:pt x="7174" y="5641"/>
                    <a:pt x="9355" y="5641"/>
                  </a:cubicBezTo>
                  <a:cubicBezTo>
                    <a:pt x="10359" y="5641"/>
                    <a:pt x="11394" y="5835"/>
                    <a:pt x="12450" y="6277"/>
                  </a:cubicBezTo>
                  <a:cubicBezTo>
                    <a:pt x="13015" y="5252"/>
                    <a:pt x="13621" y="4248"/>
                    <a:pt x="14249" y="3306"/>
                  </a:cubicBezTo>
                  <a:cubicBezTo>
                    <a:pt x="10232" y="1612"/>
                    <a:pt x="6277" y="503"/>
                    <a:pt x="30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 name="Google Shape;838;p79"/>
          <p:cNvGrpSpPr/>
          <p:nvPr/>
        </p:nvGrpSpPr>
        <p:grpSpPr>
          <a:xfrm>
            <a:off x="6444402" y="2358665"/>
            <a:ext cx="753814" cy="941668"/>
            <a:chOff x="1600135" y="2421842"/>
            <a:chExt cx="783184" cy="978357"/>
          </a:xfrm>
        </p:grpSpPr>
        <p:sp>
          <p:nvSpPr>
            <p:cNvPr id="839" name="Google Shape;839;p79"/>
            <p:cNvSpPr/>
            <p:nvPr/>
          </p:nvSpPr>
          <p:spPr>
            <a:xfrm>
              <a:off x="1600135" y="2421842"/>
              <a:ext cx="783184" cy="978357"/>
            </a:xfrm>
            <a:custGeom>
              <a:rect b="b" l="l" r="r" t="t"/>
              <a:pathLst>
                <a:path extrusionOk="0" h="41220" w="32997">
                  <a:moveTo>
                    <a:pt x="11927" y="0"/>
                  </a:moveTo>
                  <a:lnTo>
                    <a:pt x="11006" y="293"/>
                  </a:lnTo>
                  <a:lnTo>
                    <a:pt x="6801" y="1549"/>
                  </a:lnTo>
                  <a:lnTo>
                    <a:pt x="5984" y="1758"/>
                  </a:lnTo>
                  <a:cubicBezTo>
                    <a:pt x="5984" y="1758"/>
                    <a:pt x="7930" y="10525"/>
                    <a:pt x="0" y="11655"/>
                  </a:cubicBezTo>
                  <a:lnTo>
                    <a:pt x="147" y="12617"/>
                  </a:lnTo>
                  <a:lnTo>
                    <a:pt x="2574" y="27222"/>
                  </a:lnTo>
                  <a:lnTo>
                    <a:pt x="1486" y="37893"/>
                  </a:lnTo>
                  <a:lnTo>
                    <a:pt x="1298" y="38751"/>
                  </a:lnTo>
                  <a:cubicBezTo>
                    <a:pt x="1298" y="38751"/>
                    <a:pt x="5650" y="41220"/>
                    <a:pt x="16509" y="41220"/>
                  </a:cubicBezTo>
                  <a:cubicBezTo>
                    <a:pt x="27348" y="41220"/>
                    <a:pt x="31721" y="38751"/>
                    <a:pt x="31721" y="38751"/>
                  </a:cubicBezTo>
                  <a:lnTo>
                    <a:pt x="31511" y="37893"/>
                  </a:lnTo>
                  <a:lnTo>
                    <a:pt x="30423" y="27222"/>
                  </a:lnTo>
                  <a:lnTo>
                    <a:pt x="32850" y="12617"/>
                  </a:lnTo>
                  <a:lnTo>
                    <a:pt x="32997" y="11655"/>
                  </a:lnTo>
                  <a:cubicBezTo>
                    <a:pt x="25067" y="10525"/>
                    <a:pt x="27034" y="1758"/>
                    <a:pt x="27034" y="1758"/>
                  </a:cubicBezTo>
                  <a:lnTo>
                    <a:pt x="26197" y="1549"/>
                  </a:lnTo>
                  <a:lnTo>
                    <a:pt x="21991" y="293"/>
                  </a:lnTo>
                  <a:lnTo>
                    <a:pt x="21070" y="0"/>
                  </a:lnTo>
                  <a:cubicBezTo>
                    <a:pt x="19890" y="3386"/>
                    <a:pt x="17528" y="3674"/>
                    <a:pt x="16758" y="3674"/>
                  </a:cubicBezTo>
                  <a:cubicBezTo>
                    <a:pt x="16600" y="3674"/>
                    <a:pt x="16509" y="3662"/>
                    <a:pt x="16509" y="3662"/>
                  </a:cubicBezTo>
                  <a:cubicBezTo>
                    <a:pt x="16509" y="3662"/>
                    <a:pt x="16418" y="3674"/>
                    <a:pt x="16260" y="3674"/>
                  </a:cubicBezTo>
                  <a:cubicBezTo>
                    <a:pt x="15490" y="3674"/>
                    <a:pt x="13125" y="3386"/>
                    <a:pt x="119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9"/>
            <p:cNvSpPr/>
            <p:nvPr/>
          </p:nvSpPr>
          <p:spPr>
            <a:xfrm>
              <a:off x="1603600" y="2428797"/>
              <a:ext cx="776253" cy="947572"/>
            </a:xfrm>
            <a:custGeom>
              <a:rect b="b" l="l" r="r" t="t"/>
              <a:pathLst>
                <a:path extrusionOk="0" h="39923" w="32705">
                  <a:moveTo>
                    <a:pt x="10860" y="0"/>
                  </a:moveTo>
                  <a:lnTo>
                    <a:pt x="6655" y="1256"/>
                  </a:lnTo>
                  <a:cubicBezTo>
                    <a:pt x="6655" y="1256"/>
                    <a:pt x="9019" y="10044"/>
                    <a:pt x="1" y="12324"/>
                  </a:cubicBezTo>
                  <a:cubicBezTo>
                    <a:pt x="1" y="12324"/>
                    <a:pt x="1947" y="32641"/>
                    <a:pt x="1340" y="37600"/>
                  </a:cubicBezTo>
                  <a:cubicBezTo>
                    <a:pt x="1340" y="37600"/>
                    <a:pt x="6362" y="39923"/>
                    <a:pt x="16363" y="39923"/>
                  </a:cubicBezTo>
                  <a:cubicBezTo>
                    <a:pt x="26344" y="39923"/>
                    <a:pt x="31365" y="37600"/>
                    <a:pt x="31365" y="37600"/>
                  </a:cubicBezTo>
                  <a:cubicBezTo>
                    <a:pt x="30759" y="32641"/>
                    <a:pt x="32704" y="12324"/>
                    <a:pt x="32704" y="12324"/>
                  </a:cubicBezTo>
                  <a:cubicBezTo>
                    <a:pt x="23686" y="10044"/>
                    <a:pt x="26051" y="1256"/>
                    <a:pt x="26051" y="1256"/>
                  </a:cubicBezTo>
                  <a:lnTo>
                    <a:pt x="21845" y="0"/>
                  </a:lnTo>
                  <a:cubicBezTo>
                    <a:pt x="20347" y="3865"/>
                    <a:pt x="17658" y="4225"/>
                    <a:pt x="16707" y="4225"/>
                  </a:cubicBezTo>
                  <a:cubicBezTo>
                    <a:pt x="16490" y="4225"/>
                    <a:pt x="16363" y="4206"/>
                    <a:pt x="16363" y="4206"/>
                  </a:cubicBezTo>
                  <a:cubicBezTo>
                    <a:pt x="16363" y="4206"/>
                    <a:pt x="16236" y="4225"/>
                    <a:pt x="16017" y="4225"/>
                  </a:cubicBezTo>
                  <a:cubicBezTo>
                    <a:pt x="15061" y="4225"/>
                    <a:pt x="12358" y="3865"/>
                    <a:pt x="108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9"/>
            <p:cNvSpPr/>
            <p:nvPr/>
          </p:nvSpPr>
          <p:spPr>
            <a:xfrm>
              <a:off x="1605096" y="2433259"/>
              <a:ext cx="773263" cy="916788"/>
            </a:xfrm>
            <a:custGeom>
              <a:rect b="b" l="l" r="r" t="t"/>
              <a:pathLst>
                <a:path extrusionOk="0" h="38626" w="32579">
                  <a:moveTo>
                    <a:pt x="10190" y="1"/>
                  </a:moveTo>
                  <a:lnTo>
                    <a:pt x="7282" y="879"/>
                  </a:lnTo>
                  <a:cubicBezTo>
                    <a:pt x="7282" y="879"/>
                    <a:pt x="10002" y="11718"/>
                    <a:pt x="1" y="13141"/>
                  </a:cubicBezTo>
                  <a:cubicBezTo>
                    <a:pt x="1" y="13141"/>
                    <a:pt x="1612" y="34169"/>
                    <a:pt x="1298" y="36345"/>
                  </a:cubicBezTo>
                  <a:cubicBezTo>
                    <a:pt x="1298" y="36345"/>
                    <a:pt x="5378" y="38626"/>
                    <a:pt x="16300" y="38626"/>
                  </a:cubicBezTo>
                  <a:cubicBezTo>
                    <a:pt x="27201" y="38626"/>
                    <a:pt x="31281" y="36345"/>
                    <a:pt x="31281" y="36345"/>
                  </a:cubicBezTo>
                  <a:cubicBezTo>
                    <a:pt x="30968" y="34169"/>
                    <a:pt x="32579" y="13141"/>
                    <a:pt x="32579" y="13141"/>
                  </a:cubicBezTo>
                  <a:cubicBezTo>
                    <a:pt x="22577" y="11718"/>
                    <a:pt x="25297" y="879"/>
                    <a:pt x="25297" y="879"/>
                  </a:cubicBezTo>
                  <a:lnTo>
                    <a:pt x="22389" y="1"/>
                  </a:lnTo>
                  <a:cubicBezTo>
                    <a:pt x="21119" y="4627"/>
                    <a:pt x="17753" y="5017"/>
                    <a:pt x="16653" y="5017"/>
                  </a:cubicBezTo>
                  <a:cubicBezTo>
                    <a:pt x="16430" y="5017"/>
                    <a:pt x="16300" y="5001"/>
                    <a:pt x="16300" y="5001"/>
                  </a:cubicBezTo>
                  <a:cubicBezTo>
                    <a:pt x="16300" y="5001"/>
                    <a:pt x="16170" y="5017"/>
                    <a:pt x="15947" y="5017"/>
                  </a:cubicBezTo>
                  <a:cubicBezTo>
                    <a:pt x="14846" y="5017"/>
                    <a:pt x="11477" y="4627"/>
                    <a:pt x="1019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9"/>
            <p:cNvSpPr/>
            <p:nvPr/>
          </p:nvSpPr>
          <p:spPr>
            <a:xfrm>
              <a:off x="1780400" y="2767989"/>
              <a:ext cx="185774" cy="285580"/>
            </a:xfrm>
            <a:custGeom>
              <a:rect b="b" l="l" r="r" t="t"/>
              <a:pathLst>
                <a:path extrusionOk="0" h="12032" w="7827">
                  <a:moveTo>
                    <a:pt x="3641" y="0"/>
                  </a:moveTo>
                  <a:cubicBezTo>
                    <a:pt x="2867" y="0"/>
                    <a:pt x="2177" y="126"/>
                    <a:pt x="1591" y="419"/>
                  </a:cubicBezTo>
                  <a:cubicBezTo>
                    <a:pt x="1005" y="712"/>
                    <a:pt x="503" y="1088"/>
                    <a:pt x="42" y="1549"/>
                  </a:cubicBezTo>
                  <a:lnTo>
                    <a:pt x="921" y="2595"/>
                  </a:lnTo>
                  <a:cubicBezTo>
                    <a:pt x="1277" y="2239"/>
                    <a:pt x="1654" y="1946"/>
                    <a:pt x="2051" y="1737"/>
                  </a:cubicBezTo>
                  <a:cubicBezTo>
                    <a:pt x="2470" y="1507"/>
                    <a:pt x="2930" y="1402"/>
                    <a:pt x="3432" y="1402"/>
                  </a:cubicBezTo>
                  <a:cubicBezTo>
                    <a:pt x="3788" y="1402"/>
                    <a:pt x="4102" y="1444"/>
                    <a:pt x="4374" y="1569"/>
                  </a:cubicBezTo>
                  <a:cubicBezTo>
                    <a:pt x="4625" y="1674"/>
                    <a:pt x="4834" y="1841"/>
                    <a:pt x="5001" y="2030"/>
                  </a:cubicBezTo>
                  <a:cubicBezTo>
                    <a:pt x="5169" y="2239"/>
                    <a:pt x="5294" y="2469"/>
                    <a:pt x="5378" y="2741"/>
                  </a:cubicBezTo>
                  <a:cubicBezTo>
                    <a:pt x="5441" y="2992"/>
                    <a:pt x="5483" y="3285"/>
                    <a:pt x="5483" y="3557"/>
                  </a:cubicBezTo>
                  <a:cubicBezTo>
                    <a:pt x="5483" y="3871"/>
                    <a:pt x="5462" y="4164"/>
                    <a:pt x="5399" y="4436"/>
                  </a:cubicBezTo>
                  <a:cubicBezTo>
                    <a:pt x="5336" y="4687"/>
                    <a:pt x="5211" y="4980"/>
                    <a:pt x="5043" y="5273"/>
                  </a:cubicBezTo>
                  <a:cubicBezTo>
                    <a:pt x="4855" y="5587"/>
                    <a:pt x="4625" y="5922"/>
                    <a:pt x="4311" y="6277"/>
                  </a:cubicBezTo>
                  <a:cubicBezTo>
                    <a:pt x="3997" y="6633"/>
                    <a:pt x="3579" y="7072"/>
                    <a:pt x="3076" y="7575"/>
                  </a:cubicBezTo>
                  <a:lnTo>
                    <a:pt x="1" y="10629"/>
                  </a:lnTo>
                  <a:lnTo>
                    <a:pt x="1" y="12031"/>
                  </a:lnTo>
                  <a:lnTo>
                    <a:pt x="7826" y="12031"/>
                  </a:lnTo>
                  <a:lnTo>
                    <a:pt x="7826" y="10525"/>
                  </a:lnTo>
                  <a:lnTo>
                    <a:pt x="2051" y="10525"/>
                  </a:lnTo>
                  <a:lnTo>
                    <a:pt x="4206" y="8432"/>
                  </a:lnTo>
                  <a:cubicBezTo>
                    <a:pt x="4729" y="7930"/>
                    <a:pt x="5169" y="7491"/>
                    <a:pt x="5545" y="7072"/>
                  </a:cubicBezTo>
                  <a:cubicBezTo>
                    <a:pt x="5901" y="6654"/>
                    <a:pt x="6215" y="6256"/>
                    <a:pt x="6466" y="5880"/>
                  </a:cubicBezTo>
                  <a:cubicBezTo>
                    <a:pt x="6717" y="5503"/>
                    <a:pt x="6884" y="5106"/>
                    <a:pt x="7010" y="4729"/>
                  </a:cubicBezTo>
                  <a:cubicBezTo>
                    <a:pt x="7136" y="4331"/>
                    <a:pt x="7198" y="3913"/>
                    <a:pt x="7198" y="3453"/>
                  </a:cubicBezTo>
                  <a:cubicBezTo>
                    <a:pt x="7198" y="2909"/>
                    <a:pt x="7115" y="2427"/>
                    <a:pt x="6947" y="2009"/>
                  </a:cubicBezTo>
                  <a:cubicBezTo>
                    <a:pt x="6759" y="1569"/>
                    <a:pt x="6529" y="1214"/>
                    <a:pt x="6215" y="921"/>
                  </a:cubicBezTo>
                  <a:cubicBezTo>
                    <a:pt x="5880" y="607"/>
                    <a:pt x="5524" y="377"/>
                    <a:pt x="5085" y="230"/>
                  </a:cubicBezTo>
                  <a:cubicBezTo>
                    <a:pt x="4646" y="63"/>
                    <a:pt x="4164" y="0"/>
                    <a:pt x="36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9"/>
            <p:cNvSpPr/>
            <p:nvPr/>
          </p:nvSpPr>
          <p:spPr>
            <a:xfrm>
              <a:off x="2010840" y="2767989"/>
              <a:ext cx="205118" cy="289543"/>
            </a:xfrm>
            <a:custGeom>
              <a:rect b="b" l="l" r="r" t="t"/>
              <a:pathLst>
                <a:path extrusionOk="0" h="12199" w="8642">
                  <a:moveTo>
                    <a:pt x="4310" y="1339"/>
                  </a:moveTo>
                  <a:cubicBezTo>
                    <a:pt x="4624" y="1339"/>
                    <a:pt x="4896" y="1402"/>
                    <a:pt x="5147" y="1507"/>
                  </a:cubicBezTo>
                  <a:cubicBezTo>
                    <a:pt x="5398" y="1611"/>
                    <a:pt x="5629" y="1758"/>
                    <a:pt x="5817" y="1925"/>
                  </a:cubicBezTo>
                  <a:cubicBezTo>
                    <a:pt x="6005" y="2113"/>
                    <a:pt x="6173" y="2344"/>
                    <a:pt x="6319" y="2595"/>
                  </a:cubicBezTo>
                  <a:cubicBezTo>
                    <a:pt x="6466" y="2846"/>
                    <a:pt x="6570" y="3139"/>
                    <a:pt x="6654" y="3432"/>
                  </a:cubicBezTo>
                  <a:lnTo>
                    <a:pt x="1632" y="7156"/>
                  </a:lnTo>
                  <a:cubicBezTo>
                    <a:pt x="1611" y="6989"/>
                    <a:pt x="1611" y="6800"/>
                    <a:pt x="1611" y="6612"/>
                  </a:cubicBezTo>
                  <a:cubicBezTo>
                    <a:pt x="1590" y="6424"/>
                    <a:pt x="1590" y="6235"/>
                    <a:pt x="1590" y="6047"/>
                  </a:cubicBezTo>
                  <a:cubicBezTo>
                    <a:pt x="1590" y="5273"/>
                    <a:pt x="1653" y="4603"/>
                    <a:pt x="1779" y="4018"/>
                  </a:cubicBezTo>
                  <a:cubicBezTo>
                    <a:pt x="1925" y="3432"/>
                    <a:pt x="2093" y="2929"/>
                    <a:pt x="2344" y="2532"/>
                  </a:cubicBezTo>
                  <a:cubicBezTo>
                    <a:pt x="2574" y="2155"/>
                    <a:pt x="2867" y="1841"/>
                    <a:pt x="3201" y="1653"/>
                  </a:cubicBezTo>
                  <a:cubicBezTo>
                    <a:pt x="3536" y="1444"/>
                    <a:pt x="3913" y="1339"/>
                    <a:pt x="4310" y="1339"/>
                  </a:cubicBezTo>
                  <a:close/>
                  <a:moveTo>
                    <a:pt x="6968" y="4938"/>
                  </a:moveTo>
                  <a:cubicBezTo>
                    <a:pt x="6989" y="5147"/>
                    <a:pt x="6989" y="5336"/>
                    <a:pt x="7010" y="5545"/>
                  </a:cubicBezTo>
                  <a:cubicBezTo>
                    <a:pt x="7031" y="5754"/>
                    <a:pt x="7031" y="5942"/>
                    <a:pt x="7031" y="6152"/>
                  </a:cubicBezTo>
                  <a:cubicBezTo>
                    <a:pt x="7031" y="6926"/>
                    <a:pt x="6968" y="7595"/>
                    <a:pt x="6842" y="8181"/>
                  </a:cubicBezTo>
                  <a:cubicBezTo>
                    <a:pt x="6717" y="8767"/>
                    <a:pt x="6528" y="9269"/>
                    <a:pt x="6298" y="9667"/>
                  </a:cubicBezTo>
                  <a:cubicBezTo>
                    <a:pt x="6068" y="10044"/>
                    <a:pt x="5775" y="10357"/>
                    <a:pt x="5440" y="10546"/>
                  </a:cubicBezTo>
                  <a:cubicBezTo>
                    <a:pt x="5106" y="10755"/>
                    <a:pt x="4729" y="10860"/>
                    <a:pt x="4310" y="10860"/>
                  </a:cubicBezTo>
                  <a:cubicBezTo>
                    <a:pt x="3997" y="10860"/>
                    <a:pt x="3704" y="10797"/>
                    <a:pt x="3453" y="10692"/>
                  </a:cubicBezTo>
                  <a:cubicBezTo>
                    <a:pt x="3201" y="10588"/>
                    <a:pt x="2971" y="10441"/>
                    <a:pt x="2783" y="10253"/>
                  </a:cubicBezTo>
                  <a:cubicBezTo>
                    <a:pt x="2595" y="10064"/>
                    <a:pt x="2427" y="9834"/>
                    <a:pt x="2281" y="9562"/>
                  </a:cubicBezTo>
                  <a:cubicBezTo>
                    <a:pt x="2134" y="9290"/>
                    <a:pt x="2030" y="8997"/>
                    <a:pt x="1925" y="8683"/>
                  </a:cubicBezTo>
                  <a:lnTo>
                    <a:pt x="6968" y="4938"/>
                  </a:lnTo>
                  <a:close/>
                  <a:moveTo>
                    <a:pt x="4415" y="0"/>
                  </a:moveTo>
                  <a:cubicBezTo>
                    <a:pt x="3683" y="0"/>
                    <a:pt x="3034" y="147"/>
                    <a:pt x="2490" y="440"/>
                  </a:cubicBezTo>
                  <a:cubicBezTo>
                    <a:pt x="1925" y="733"/>
                    <a:pt x="1465" y="1151"/>
                    <a:pt x="1109" y="1674"/>
                  </a:cubicBezTo>
                  <a:cubicBezTo>
                    <a:pt x="732" y="2218"/>
                    <a:pt x="460" y="2867"/>
                    <a:pt x="272" y="3620"/>
                  </a:cubicBezTo>
                  <a:cubicBezTo>
                    <a:pt x="84" y="4373"/>
                    <a:pt x="0" y="5189"/>
                    <a:pt x="0" y="6110"/>
                  </a:cubicBezTo>
                  <a:cubicBezTo>
                    <a:pt x="0" y="7156"/>
                    <a:pt x="105" y="8077"/>
                    <a:pt x="293" y="8830"/>
                  </a:cubicBezTo>
                  <a:cubicBezTo>
                    <a:pt x="502" y="9604"/>
                    <a:pt x="774" y="10253"/>
                    <a:pt x="1151" y="10734"/>
                  </a:cubicBezTo>
                  <a:cubicBezTo>
                    <a:pt x="1528" y="11236"/>
                    <a:pt x="1967" y="11613"/>
                    <a:pt x="2490" y="11843"/>
                  </a:cubicBezTo>
                  <a:cubicBezTo>
                    <a:pt x="3013" y="12094"/>
                    <a:pt x="3599" y="12199"/>
                    <a:pt x="4227" y="12199"/>
                  </a:cubicBezTo>
                  <a:cubicBezTo>
                    <a:pt x="4959" y="12199"/>
                    <a:pt x="5608" y="12052"/>
                    <a:pt x="6152" y="11759"/>
                  </a:cubicBezTo>
                  <a:cubicBezTo>
                    <a:pt x="6717" y="11466"/>
                    <a:pt x="7156" y="11048"/>
                    <a:pt x="7533" y="10525"/>
                  </a:cubicBezTo>
                  <a:cubicBezTo>
                    <a:pt x="7909" y="9981"/>
                    <a:pt x="8181" y="9332"/>
                    <a:pt x="8370" y="8600"/>
                  </a:cubicBezTo>
                  <a:cubicBezTo>
                    <a:pt x="8537" y="7847"/>
                    <a:pt x="8642" y="7010"/>
                    <a:pt x="8642" y="6110"/>
                  </a:cubicBezTo>
                  <a:cubicBezTo>
                    <a:pt x="8642" y="5043"/>
                    <a:pt x="8537" y="4143"/>
                    <a:pt x="8328" y="3369"/>
                  </a:cubicBezTo>
                  <a:cubicBezTo>
                    <a:pt x="8139" y="2595"/>
                    <a:pt x="7847" y="1967"/>
                    <a:pt x="7491" y="1465"/>
                  </a:cubicBezTo>
                  <a:cubicBezTo>
                    <a:pt x="7114" y="963"/>
                    <a:pt x="6675" y="586"/>
                    <a:pt x="6152" y="356"/>
                  </a:cubicBezTo>
                  <a:cubicBezTo>
                    <a:pt x="5629" y="105"/>
                    <a:pt x="5043" y="0"/>
                    <a:pt x="44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4" name="Google Shape;844;p79"/>
          <p:cNvGrpSpPr/>
          <p:nvPr/>
        </p:nvGrpSpPr>
        <p:grpSpPr>
          <a:xfrm>
            <a:off x="6424322" y="3626772"/>
            <a:ext cx="793976" cy="551637"/>
            <a:chOff x="1579272" y="3739356"/>
            <a:chExt cx="824910" cy="573129"/>
          </a:xfrm>
        </p:grpSpPr>
        <p:sp>
          <p:nvSpPr>
            <p:cNvPr id="845" name="Google Shape;845;p79"/>
            <p:cNvSpPr/>
            <p:nvPr/>
          </p:nvSpPr>
          <p:spPr>
            <a:xfrm>
              <a:off x="1588220" y="3745812"/>
              <a:ext cx="806041" cy="559719"/>
            </a:xfrm>
            <a:custGeom>
              <a:rect b="b" l="l" r="r" t="t"/>
              <a:pathLst>
                <a:path extrusionOk="0" h="23582" w="33960">
                  <a:moveTo>
                    <a:pt x="2448" y="1"/>
                  </a:moveTo>
                  <a:lnTo>
                    <a:pt x="2469" y="315"/>
                  </a:lnTo>
                  <a:cubicBezTo>
                    <a:pt x="2469" y="356"/>
                    <a:pt x="2741" y="5043"/>
                    <a:pt x="2490" y="6320"/>
                  </a:cubicBezTo>
                  <a:cubicBezTo>
                    <a:pt x="2218" y="7554"/>
                    <a:pt x="1779" y="10609"/>
                    <a:pt x="1779" y="14082"/>
                  </a:cubicBezTo>
                  <a:cubicBezTo>
                    <a:pt x="1779" y="17346"/>
                    <a:pt x="126" y="23100"/>
                    <a:pt x="105" y="23163"/>
                  </a:cubicBezTo>
                  <a:lnTo>
                    <a:pt x="0" y="23519"/>
                  </a:lnTo>
                  <a:lnTo>
                    <a:pt x="14354" y="23519"/>
                  </a:lnTo>
                  <a:lnTo>
                    <a:pt x="14375" y="23268"/>
                  </a:lnTo>
                  <a:cubicBezTo>
                    <a:pt x="14793" y="18372"/>
                    <a:pt x="15630" y="12911"/>
                    <a:pt x="16258" y="12367"/>
                  </a:cubicBezTo>
                  <a:lnTo>
                    <a:pt x="17074" y="12555"/>
                  </a:lnTo>
                  <a:cubicBezTo>
                    <a:pt x="17283" y="14752"/>
                    <a:pt x="18225" y="23163"/>
                    <a:pt x="20443" y="23456"/>
                  </a:cubicBezTo>
                  <a:lnTo>
                    <a:pt x="33959" y="23582"/>
                  </a:lnTo>
                  <a:lnTo>
                    <a:pt x="33959" y="23582"/>
                  </a:lnTo>
                  <a:lnTo>
                    <a:pt x="33813" y="23205"/>
                  </a:lnTo>
                  <a:cubicBezTo>
                    <a:pt x="33792" y="23163"/>
                    <a:pt x="32641" y="20234"/>
                    <a:pt x="32704" y="18853"/>
                  </a:cubicBezTo>
                  <a:cubicBezTo>
                    <a:pt x="32767" y="17660"/>
                    <a:pt x="32181" y="7973"/>
                    <a:pt x="31699" y="7073"/>
                  </a:cubicBezTo>
                  <a:cubicBezTo>
                    <a:pt x="31448" y="6654"/>
                    <a:pt x="31699" y="3307"/>
                    <a:pt x="32076" y="315"/>
                  </a:cubicBezTo>
                  <a:lnTo>
                    <a:pt x="321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9"/>
            <p:cNvSpPr/>
            <p:nvPr/>
          </p:nvSpPr>
          <p:spPr>
            <a:xfrm>
              <a:off x="1579272" y="3739356"/>
              <a:ext cx="824910" cy="573129"/>
            </a:xfrm>
            <a:custGeom>
              <a:rect b="b" l="l" r="r" t="t"/>
              <a:pathLst>
                <a:path extrusionOk="0" h="24147" w="34755">
                  <a:moveTo>
                    <a:pt x="32160" y="566"/>
                  </a:moveTo>
                  <a:cubicBezTo>
                    <a:pt x="32160" y="566"/>
                    <a:pt x="31407" y="6717"/>
                    <a:pt x="31825" y="7491"/>
                  </a:cubicBezTo>
                  <a:cubicBezTo>
                    <a:pt x="32244" y="8266"/>
                    <a:pt x="32872" y="17639"/>
                    <a:pt x="32809" y="19104"/>
                  </a:cubicBezTo>
                  <a:cubicBezTo>
                    <a:pt x="32725" y="20569"/>
                    <a:pt x="33918" y="23582"/>
                    <a:pt x="33918" y="23582"/>
                  </a:cubicBezTo>
                  <a:lnTo>
                    <a:pt x="20840" y="23435"/>
                  </a:lnTo>
                  <a:cubicBezTo>
                    <a:pt x="18664" y="23163"/>
                    <a:pt x="17723" y="12597"/>
                    <a:pt x="17723" y="12597"/>
                  </a:cubicBezTo>
                  <a:lnTo>
                    <a:pt x="16593" y="12346"/>
                  </a:lnTo>
                  <a:cubicBezTo>
                    <a:pt x="15400" y="12722"/>
                    <a:pt x="14459" y="23498"/>
                    <a:pt x="14459" y="23498"/>
                  </a:cubicBezTo>
                  <a:lnTo>
                    <a:pt x="754" y="23498"/>
                  </a:lnTo>
                  <a:cubicBezTo>
                    <a:pt x="754" y="23498"/>
                    <a:pt x="2428" y="17702"/>
                    <a:pt x="2428" y="14354"/>
                  </a:cubicBezTo>
                  <a:cubicBezTo>
                    <a:pt x="2428" y="10986"/>
                    <a:pt x="2846" y="7973"/>
                    <a:pt x="3139" y="6654"/>
                  </a:cubicBezTo>
                  <a:cubicBezTo>
                    <a:pt x="3411" y="5315"/>
                    <a:pt x="3139" y="566"/>
                    <a:pt x="3139" y="566"/>
                  </a:cubicBezTo>
                  <a:close/>
                  <a:moveTo>
                    <a:pt x="2532" y="1"/>
                  </a:moveTo>
                  <a:lnTo>
                    <a:pt x="2574" y="587"/>
                  </a:lnTo>
                  <a:cubicBezTo>
                    <a:pt x="2637" y="1905"/>
                    <a:pt x="2804" y="5504"/>
                    <a:pt x="2574" y="6529"/>
                  </a:cubicBezTo>
                  <a:cubicBezTo>
                    <a:pt x="2323" y="7784"/>
                    <a:pt x="1863" y="10839"/>
                    <a:pt x="1863" y="14354"/>
                  </a:cubicBezTo>
                  <a:cubicBezTo>
                    <a:pt x="1863" y="17577"/>
                    <a:pt x="231" y="23289"/>
                    <a:pt x="210" y="23352"/>
                  </a:cubicBezTo>
                  <a:lnTo>
                    <a:pt x="1" y="24063"/>
                  </a:lnTo>
                  <a:lnTo>
                    <a:pt x="14982" y="24063"/>
                  </a:lnTo>
                  <a:lnTo>
                    <a:pt x="15024" y="23561"/>
                  </a:lnTo>
                  <a:cubicBezTo>
                    <a:pt x="15421" y="19104"/>
                    <a:pt x="16175" y="13978"/>
                    <a:pt x="16760" y="12973"/>
                  </a:cubicBezTo>
                  <a:lnTo>
                    <a:pt x="17200" y="13057"/>
                  </a:lnTo>
                  <a:cubicBezTo>
                    <a:pt x="17283" y="13915"/>
                    <a:pt x="17514" y="15965"/>
                    <a:pt x="17911" y="18016"/>
                  </a:cubicBezTo>
                  <a:cubicBezTo>
                    <a:pt x="18874" y="23121"/>
                    <a:pt x="19941" y="23896"/>
                    <a:pt x="20757" y="24000"/>
                  </a:cubicBezTo>
                  <a:lnTo>
                    <a:pt x="20820" y="24000"/>
                  </a:lnTo>
                  <a:lnTo>
                    <a:pt x="33918" y="24147"/>
                  </a:lnTo>
                  <a:lnTo>
                    <a:pt x="34755" y="24147"/>
                  </a:lnTo>
                  <a:lnTo>
                    <a:pt x="34441" y="23372"/>
                  </a:lnTo>
                  <a:cubicBezTo>
                    <a:pt x="34127" y="22556"/>
                    <a:pt x="33311" y="20234"/>
                    <a:pt x="33374" y="19125"/>
                  </a:cubicBezTo>
                  <a:cubicBezTo>
                    <a:pt x="33416" y="17995"/>
                    <a:pt x="32872" y="8224"/>
                    <a:pt x="32328" y="7219"/>
                  </a:cubicBezTo>
                  <a:cubicBezTo>
                    <a:pt x="32139" y="6717"/>
                    <a:pt x="32390" y="3411"/>
                    <a:pt x="32725" y="628"/>
                  </a:cubicBezTo>
                  <a:lnTo>
                    <a:pt x="3280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9"/>
            <p:cNvSpPr/>
            <p:nvPr/>
          </p:nvSpPr>
          <p:spPr>
            <a:xfrm>
              <a:off x="1626955" y="3752767"/>
              <a:ext cx="714162" cy="529931"/>
            </a:xfrm>
            <a:custGeom>
              <a:rect b="b" l="l" r="r" t="t"/>
              <a:pathLst>
                <a:path extrusionOk="0" h="22327" w="30089">
                  <a:moveTo>
                    <a:pt x="2386" y="1"/>
                  </a:moveTo>
                  <a:cubicBezTo>
                    <a:pt x="2386" y="1"/>
                    <a:pt x="2658" y="4750"/>
                    <a:pt x="2386" y="6089"/>
                  </a:cubicBezTo>
                  <a:cubicBezTo>
                    <a:pt x="2093" y="7408"/>
                    <a:pt x="1674" y="10421"/>
                    <a:pt x="1674" y="13789"/>
                  </a:cubicBezTo>
                  <a:cubicBezTo>
                    <a:pt x="1674" y="17137"/>
                    <a:pt x="0" y="22326"/>
                    <a:pt x="0" y="22326"/>
                  </a:cubicBezTo>
                  <a:lnTo>
                    <a:pt x="11194" y="22326"/>
                  </a:lnTo>
                  <a:cubicBezTo>
                    <a:pt x="11194" y="22326"/>
                    <a:pt x="12596" y="11551"/>
                    <a:pt x="13789" y="11153"/>
                  </a:cubicBezTo>
                  <a:lnTo>
                    <a:pt x="16593" y="11153"/>
                  </a:lnTo>
                  <a:cubicBezTo>
                    <a:pt x="16593" y="11153"/>
                    <a:pt x="17430" y="22033"/>
                    <a:pt x="19585" y="22326"/>
                  </a:cubicBezTo>
                  <a:lnTo>
                    <a:pt x="30088" y="22326"/>
                  </a:lnTo>
                  <a:cubicBezTo>
                    <a:pt x="30088" y="22326"/>
                    <a:pt x="28896" y="20004"/>
                    <a:pt x="28979" y="18539"/>
                  </a:cubicBezTo>
                  <a:cubicBezTo>
                    <a:pt x="29042" y="17074"/>
                    <a:pt x="28414" y="7701"/>
                    <a:pt x="27996" y="6926"/>
                  </a:cubicBezTo>
                  <a:cubicBezTo>
                    <a:pt x="27578" y="6152"/>
                    <a:pt x="28331" y="1"/>
                    <a:pt x="283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cxnSp>
        <p:nvCxnSpPr>
          <p:cNvPr id="852" name="Google Shape;852;p80"/>
          <p:cNvCxnSpPr>
            <a:stCxn id="853" idx="2"/>
            <a:endCxn id="854" idx="2"/>
          </p:cNvCxnSpPr>
          <p:nvPr/>
        </p:nvCxnSpPr>
        <p:spPr>
          <a:xfrm rot="10800000">
            <a:off x="4572000" y="1112225"/>
            <a:ext cx="0" cy="3491700"/>
          </a:xfrm>
          <a:prstGeom prst="straightConnector1">
            <a:avLst/>
          </a:prstGeom>
          <a:noFill/>
          <a:ln cap="flat" cmpd="sng" w="38100">
            <a:solidFill>
              <a:schemeClr val="accent1"/>
            </a:solidFill>
            <a:prstDash val="dash"/>
            <a:round/>
            <a:headEnd len="med" w="med" type="none"/>
            <a:tailEnd len="med" w="med" type="none"/>
          </a:ln>
        </p:spPr>
      </p:cxnSp>
      <p:sp>
        <p:nvSpPr>
          <p:cNvPr id="854" name="Google Shape;854;p80"/>
          <p:cNvSpPr txBox="1"/>
          <p:nvPr>
            <p:ph type="title"/>
          </p:nvPr>
        </p:nvSpPr>
        <p:spPr>
          <a:xfrm>
            <a:off x="713250" y="539525"/>
            <a:ext cx="7717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Human Context and Ethics</a:t>
            </a:r>
            <a:endParaRPr/>
          </a:p>
        </p:txBody>
      </p:sp>
      <p:sp>
        <p:nvSpPr>
          <p:cNvPr id="855" name="Google Shape;855;p80"/>
          <p:cNvSpPr txBox="1"/>
          <p:nvPr>
            <p:ph idx="3" type="subTitle"/>
          </p:nvPr>
        </p:nvSpPr>
        <p:spPr>
          <a:xfrm>
            <a:off x="4993925" y="3212325"/>
            <a:ext cx="30525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a:t>
            </a:r>
            <a:r>
              <a:rPr lang="en"/>
              <a:t>nsuring fairness in predictive modeling demands rigorous methods, diverse data, and ongoing refinement to address biases, ensuring equitable sports betting predictions.</a:t>
            </a:r>
            <a:endParaRPr/>
          </a:p>
        </p:txBody>
      </p:sp>
      <p:sp>
        <p:nvSpPr>
          <p:cNvPr id="856" name="Google Shape;856;p80"/>
          <p:cNvSpPr txBox="1"/>
          <p:nvPr>
            <p:ph idx="1" type="subTitle"/>
          </p:nvPr>
        </p:nvSpPr>
        <p:spPr>
          <a:xfrm>
            <a:off x="1193525" y="3222525"/>
            <a:ext cx="28695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Small market teams face disadvantages, while larger market teams' advantages may introduce biases in predictions, requiring recognition and correction for fairness.</a:t>
            </a:r>
            <a:endParaRPr/>
          </a:p>
        </p:txBody>
      </p:sp>
      <p:sp>
        <p:nvSpPr>
          <p:cNvPr id="857" name="Google Shape;857;p80"/>
          <p:cNvSpPr txBox="1"/>
          <p:nvPr>
            <p:ph idx="2" type="subTitle"/>
          </p:nvPr>
        </p:nvSpPr>
        <p:spPr>
          <a:xfrm>
            <a:off x="958425" y="2562325"/>
            <a:ext cx="3358800" cy="431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Influence of Market Size</a:t>
            </a:r>
            <a:endParaRPr/>
          </a:p>
        </p:txBody>
      </p:sp>
      <p:sp>
        <p:nvSpPr>
          <p:cNvPr id="858" name="Google Shape;858;p80"/>
          <p:cNvSpPr txBox="1"/>
          <p:nvPr>
            <p:ph idx="4" type="subTitle"/>
          </p:nvPr>
        </p:nvSpPr>
        <p:spPr>
          <a:xfrm>
            <a:off x="4826775" y="2401450"/>
            <a:ext cx="3358800" cy="4317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Addressing Bias &amp; Promoting Fairness</a:t>
            </a:r>
            <a:endParaRPr/>
          </a:p>
        </p:txBody>
      </p:sp>
      <p:grpSp>
        <p:nvGrpSpPr>
          <p:cNvPr id="859" name="Google Shape;859;p80"/>
          <p:cNvGrpSpPr/>
          <p:nvPr/>
        </p:nvGrpSpPr>
        <p:grpSpPr>
          <a:xfrm>
            <a:off x="2037921" y="1295772"/>
            <a:ext cx="1159906" cy="1014859"/>
            <a:chOff x="1681125" y="2722100"/>
            <a:chExt cx="995200" cy="870750"/>
          </a:xfrm>
        </p:grpSpPr>
        <p:sp>
          <p:nvSpPr>
            <p:cNvPr id="860" name="Google Shape;860;p80"/>
            <p:cNvSpPr/>
            <p:nvPr/>
          </p:nvSpPr>
          <p:spPr>
            <a:xfrm>
              <a:off x="1681125" y="2722100"/>
              <a:ext cx="995200" cy="56225"/>
            </a:xfrm>
            <a:custGeom>
              <a:rect b="b" l="l" r="r" t="t"/>
              <a:pathLst>
                <a:path extrusionOk="0" h="2249" w="39808">
                  <a:moveTo>
                    <a:pt x="1" y="1"/>
                  </a:moveTo>
                  <a:lnTo>
                    <a:pt x="1" y="2249"/>
                  </a:lnTo>
                  <a:lnTo>
                    <a:pt x="39808" y="2249"/>
                  </a:lnTo>
                  <a:lnTo>
                    <a:pt x="39808" y="1"/>
                  </a:lnTo>
                  <a:close/>
                </a:path>
              </a:pathLst>
            </a:custGeom>
            <a:solidFill>
              <a:srgbClr val="F17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80"/>
            <p:cNvSpPr/>
            <p:nvPr/>
          </p:nvSpPr>
          <p:spPr>
            <a:xfrm>
              <a:off x="1742700" y="2778300"/>
              <a:ext cx="430475" cy="814550"/>
            </a:xfrm>
            <a:custGeom>
              <a:rect b="b" l="l" r="r" t="t"/>
              <a:pathLst>
                <a:path extrusionOk="0" h="32582" w="17219">
                  <a:moveTo>
                    <a:pt x="4265" y="6050"/>
                  </a:moveTo>
                  <a:lnTo>
                    <a:pt x="8226" y="10082"/>
                  </a:lnTo>
                  <a:lnTo>
                    <a:pt x="5674" y="12473"/>
                  </a:lnTo>
                  <a:cubicBezTo>
                    <a:pt x="5264" y="9957"/>
                    <a:pt x="4782" y="7834"/>
                    <a:pt x="4265" y="6050"/>
                  </a:cubicBezTo>
                  <a:close/>
                  <a:moveTo>
                    <a:pt x="13293" y="6781"/>
                  </a:moveTo>
                  <a:lnTo>
                    <a:pt x="16683" y="9904"/>
                  </a:lnTo>
                  <a:lnTo>
                    <a:pt x="13347" y="13811"/>
                  </a:lnTo>
                  <a:lnTo>
                    <a:pt x="9724" y="10118"/>
                  </a:lnTo>
                  <a:lnTo>
                    <a:pt x="13293" y="6781"/>
                  </a:lnTo>
                  <a:close/>
                  <a:moveTo>
                    <a:pt x="8957" y="10849"/>
                  </a:moveTo>
                  <a:lnTo>
                    <a:pt x="12669" y="14614"/>
                  </a:lnTo>
                  <a:lnTo>
                    <a:pt x="9885" y="17879"/>
                  </a:lnTo>
                  <a:lnTo>
                    <a:pt x="6013" y="13597"/>
                  </a:lnTo>
                  <a:lnTo>
                    <a:pt x="8957" y="10849"/>
                  </a:lnTo>
                  <a:close/>
                  <a:moveTo>
                    <a:pt x="6085" y="15256"/>
                  </a:moveTo>
                  <a:lnTo>
                    <a:pt x="9189" y="18682"/>
                  </a:lnTo>
                  <a:lnTo>
                    <a:pt x="6709" y="21573"/>
                  </a:lnTo>
                  <a:cubicBezTo>
                    <a:pt x="6549" y="19271"/>
                    <a:pt x="6334" y="17166"/>
                    <a:pt x="6085" y="15256"/>
                  </a:cubicBezTo>
                  <a:close/>
                  <a:moveTo>
                    <a:pt x="13400" y="15381"/>
                  </a:moveTo>
                  <a:lnTo>
                    <a:pt x="16701" y="18736"/>
                  </a:lnTo>
                  <a:lnTo>
                    <a:pt x="13703" y="22090"/>
                  </a:lnTo>
                  <a:lnTo>
                    <a:pt x="10599" y="18664"/>
                  </a:lnTo>
                  <a:lnTo>
                    <a:pt x="13400" y="15381"/>
                  </a:lnTo>
                  <a:close/>
                  <a:moveTo>
                    <a:pt x="9903" y="19467"/>
                  </a:moveTo>
                  <a:lnTo>
                    <a:pt x="12990" y="22893"/>
                  </a:lnTo>
                  <a:lnTo>
                    <a:pt x="9814" y="26462"/>
                  </a:lnTo>
                  <a:lnTo>
                    <a:pt x="6941" y="22947"/>
                  </a:lnTo>
                  <a:lnTo>
                    <a:pt x="9903" y="19467"/>
                  </a:lnTo>
                  <a:close/>
                  <a:moveTo>
                    <a:pt x="6888" y="24535"/>
                  </a:moveTo>
                  <a:lnTo>
                    <a:pt x="9100" y="27264"/>
                  </a:lnTo>
                  <a:lnTo>
                    <a:pt x="7030" y="29602"/>
                  </a:lnTo>
                  <a:cubicBezTo>
                    <a:pt x="6995" y="27818"/>
                    <a:pt x="6959" y="26140"/>
                    <a:pt x="6888" y="24535"/>
                  </a:cubicBezTo>
                  <a:close/>
                  <a:moveTo>
                    <a:pt x="13703" y="23678"/>
                  </a:moveTo>
                  <a:lnTo>
                    <a:pt x="16719" y="26997"/>
                  </a:lnTo>
                  <a:lnTo>
                    <a:pt x="13471" y="30904"/>
                  </a:lnTo>
                  <a:lnTo>
                    <a:pt x="10492" y="27282"/>
                  </a:lnTo>
                  <a:lnTo>
                    <a:pt x="13703" y="23678"/>
                  </a:lnTo>
                  <a:close/>
                  <a:moveTo>
                    <a:pt x="0" y="1"/>
                  </a:moveTo>
                  <a:cubicBezTo>
                    <a:pt x="1820" y="2802"/>
                    <a:pt x="5442" y="10867"/>
                    <a:pt x="5442" y="31796"/>
                  </a:cubicBezTo>
                  <a:cubicBezTo>
                    <a:pt x="5442" y="32225"/>
                    <a:pt x="5799" y="32564"/>
                    <a:pt x="6245" y="32564"/>
                  </a:cubicBezTo>
                  <a:cubicBezTo>
                    <a:pt x="6673" y="32564"/>
                    <a:pt x="7030" y="32189"/>
                    <a:pt x="7030" y="31761"/>
                  </a:cubicBezTo>
                  <a:cubicBezTo>
                    <a:pt x="7030" y="31565"/>
                    <a:pt x="7030" y="31368"/>
                    <a:pt x="7030" y="31190"/>
                  </a:cubicBezTo>
                  <a:lnTo>
                    <a:pt x="9778" y="28085"/>
                  </a:lnTo>
                  <a:lnTo>
                    <a:pt x="13471" y="32582"/>
                  </a:lnTo>
                  <a:lnTo>
                    <a:pt x="17218" y="27996"/>
                  </a:lnTo>
                  <a:lnTo>
                    <a:pt x="17201" y="27978"/>
                  </a:lnTo>
                  <a:lnTo>
                    <a:pt x="17201" y="26051"/>
                  </a:lnTo>
                  <a:lnTo>
                    <a:pt x="17218" y="26033"/>
                  </a:lnTo>
                  <a:lnTo>
                    <a:pt x="14399" y="22875"/>
                  </a:lnTo>
                  <a:lnTo>
                    <a:pt x="17218" y="19664"/>
                  </a:lnTo>
                  <a:lnTo>
                    <a:pt x="17201" y="19664"/>
                  </a:lnTo>
                  <a:lnTo>
                    <a:pt x="17201" y="17826"/>
                  </a:lnTo>
                  <a:lnTo>
                    <a:pt x="17218" y="17808"/>
                  </a:lnTo>
                  <a:lnTo>
                    <a:pt x="14078" y="14561"/>
                  </a:lnTo>
                  <a:lnTo>
                    <a:pt x="17218" y="10849"/>
                  </a:lnTo>
                  <a:lnTo>
                    <a:pt x="17201" y="10831"/>
                  </a:lnTo>
                  <a:lnTo>
                    <a:pt x="17201" y="9029"/>
                  </a:lnTo>
                  <a:lnTo>
                    <a:pt x="17218" y="9011"/>
                  </a:lnTo>
                  <a:lnTo>
                    <a:pt x="13775" y="5871"/>
                  </a:lnTo>
                  <a:cubicBezTo>
                    <a:pt x="13703" y="4140"/>
                    <a:pt x="12918" y="1678"/>
                    <a:pt x="12330" y="1"/>
                  </a:cubicBezTo>
                  <a:lnTo>
                    <a:pt x="11205" y="1"/>
                  </a:lnTo>
                  <a:cubicBezTo>
                    <a:pt x="11776" y="1678"/>
                    <a:pt x="12669" y="4194"/>
                    <a:pt x="12740" y="5889"/>
                  </a:cubicBezTo>
                  <a:lnTo>
                    <a:pt x="8993" y="9386"/>
                  </a:lnTo>
                  <a:lnTo>
                    <a:pt x="3569" y="3891"/>
                  </a:lnTo>
                  <a:cubicBezTo>
                    <a:pt x="2962" y="2178"/>
                    <a:pt x="2373" y="840"/>
                    <a:pt x="1838" y="1"/>
                  </a:cubicBezTo>
                  <a:close/>
                </a:path>
              </a:pathLst>
            </a:custGeom>
            <a:solidFill>
              <a:srgbClr val="F5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80"/>
            <p:cNvSpPr/>
            <p:nvPr/>
          </p:nvSpPr>
          <p:spPr>
            <a:xfrm>
              <a:off x="2172700" y="2778300"/>
              <a:ext cx="435375" cy="814550"/>
            </a:xfrm>
            <a:custGeom>
              <a:rect b="b" l="l" r="r" t="t"/>
              <a:pathLst>
                <a:path extrusionOk="0" h="32582" w="17415">
                  <a:moveTo>
                    <a:pt x="13115" y="6050"/>
                  </a:moveTo>
                  <a:cubicBezTo>
                    <a:pt x="12615" y="7834"/>
                    <a:pt x="12134" y="9957"/>
                    <a:pt x="11705" y="12473"/>
                  </a:cubicBezTo>
                  <a:lnTo>
                    <a:pt x="9172" y="10082"/>
                  </a:lnTo>
                  <a:lnTo>
                    <a:pt x="13115" y="6050"/>
                  </a:lnTo>
                  <a:close/>
                  <a:moveTo>
                    <a:pt x="4104" y="6781"/>
                  </a:moveTo>
                  <a:lnTo>
                    <a:pt x="7655" y="10118"/>
                  </a:lnTo>
                  <a:lnTo>
                    <a:pt x="4033" y="13811"/>
                  </a:lnTo>
                  <a:lnTo>
                    <a:pt x="696" y="9904"/>
                  </a:lnTo>
                  <a:lnTo>
                    <a:pt x="4104" y="6781"/>
                  </a:lnTo>
                  <a:close/>
                  <a:moveTo>
                    <a:pt x="8422" y="10849"/>
                  </a:moveTo>
                  <a:lnTo>
                    <a:pt x="11366" y="13597"/>
                  </a:lnTo>
                  <a:lnTo>
                    <a:pt x="7512" y="17879"/>
                  </a:lnTo>
                  <a:lnTo>
                    <a:pt x="4729" y="14614"/>
                  </a:lnTo>
                  <a:lnTo>
                    <a:pt x="8422" y="10849"/>
                  </a:lnTo>
                  <a:close/>
                  <a:moveTo>
                    <a:pt x="11295" y="15256"/>
                  </a:moveTo>
                  <a:cubicBezTo>
                    <a:pt x="11045" y="17166"/>
                    <a:pt x="10849" y="19271"/>
                    <a:pt x="10688" y="21573"/>
                  </a:cubicBezTo>
                  <a:lnTo>
                    <a:pt x="8208" y="18682"/>
                  </a:lnTo>
                  <a:lnTo>
                    <a:pt x="11295" y="15256"/>
                  </a:lnTo>
                  <a:close/>
                  <a:moveTo>
                    <a:pt x="3979" y="15381"/>
                  </a:moveTo>
                  <a:lnTo>
                    <a:pt x="6799" y="18664"/>
                  </a:lnTo>
                  <a:lnTo>
                    <a:pt x="3694" y="22090"/>
                  </a:lnTo>
                  <a:lnTo>
                    <a:pt x="696" y="18736"/>
                  </a:lnTo>
                  <a:lnTo>
                    <a:pt x="3979" y="15381"/>
                  </a:lnTo>
                  <a:close/>
                  <a:moveTo>
                    <a:pt x="7494" y="19467"/>
                  </a:moveTo>
                  <a:lnTo>
                    <a:pt x="10456" y="22947"/>
                  </a:lnTo>
                  <a:lnTo>
                    <a:pt x="7566" y="26462"/>
                  </a:lnTo>
                  <a:lnTo>
                    <a:pt x="4390" y="22893"/>
                  </a:lnTo>
                  <a:lnTo>
                    <a:pt x="7494" y="19467"/>
                  </a:lnTo>
                  <a:close/>
                  <a:moveTo>
                    <a:pt x="10510" y="24535"/>
                  </a:moveTo>
                  <a:lnTo>
                    <a:pt x="10510" y="24535"/>
                  </a:lnTo>
                  <a:cubicBezTo>
                    <a:pt x="10439" y="26140"/>
                    <a:pt x="10385" y="27818"/>
                    <a:pt x="10367" y="29602"/>
                  </a:cubicBezTo>
                  <a:lnTo>
                    <a:pt x="8280" y="27264"/>
                  </a:lnTo>
                  <a:lnTo>
                    <a:pt x="10510" y="24535"/>
                  </a:lnTo>
                  <a:close/>
                  <a:moveTo>
                    <a:pt x="3676" y="23678"/>
                  </a:moveTo>
                  <a:lnTo>
                    <a:pt x="6888" y="27282"/>
                  </a:lnTo>
                  <a:lnTo>
                    <a:pt x="3926" y="30922"/>
                  </a:lnTo>
                  <a:lnTo>
                    <a:pt x="679" y="26997"/>
                  </a:lnTo>
                  <a:lnTo>
                    <a:pt x="3676" y="23678"/>
                  </a:lnTo>
                  <a:close/>
                  <a:moveTo>
                    <a:pt x="5068" y="1"/>
                  </a:moveTo>
                  <a:cubicBezTo>
                    <a:pt x="4479" y="1678"/>
                    <a:pt x="3605" y="4140"/>
                    <a:pt x="3533" y="5871"/>
                  </a:cubicBezTo>
                  <a:lnTo>
                    <a:pt x="18" y="9011"/>
                  </a:lnTo>
                  <a:lnTo>
                    <a:pt x="1" y="9029"/>
                  </a:lnTo>
                  <a:lnTo>
                    <a:pt x="1" y="10831"/>
                  </a:lnTo>
                  <a:lnTo>
                    <a:pt x="18" y="10849"/>
                  </a:lnTo>
                  <a:lnTo>
                    <a:pt x="3194" y="14561"/>
                  </a:lnTo>
                  <a:lnTo>
                    <a:pt x="18" y="17808"/>
                  </a:lnTo>
                  <a:lnTo>
                    <a:pt x="1" y="17826"/>
                  </a:lnTo>
                  <a:lnTo>
                    <a:pt x="1" y="19664"/>
                  </a:lnTo>
                  <a:lnTo>
                    <a:pt x="18" y="19664"/>
                  </a:lnTo>
                  <a:lnTo>
                    <a:pt x="2873" y="22875"/>
                  </a:lnTo>
                  <a:lnTo>
                    <a:pt x="18" y="26033"/>
                  </a:lnTo>
                  <a:lnTo>
                    <a:pt x="1" y="26051"/>
                  </a:lnTo>
                  <a:lnTo>
                    <a:pt x="1" y="27978"/>
                  </a:lnTo>
                  <a:lnTo>
                    <a:pt x="18" y="27996"/>
                  </a:lnTo>
                  <a:lnTo>
                    <a:pt x="3872" y="32582"/>
                  </a:lnTo>
                  <a:lnTo>
                    <a:pt x="7602" y="28085"/>
                  </a:lnTo>
                  <a:lnTo>
                    <a:pt x="10349" y="31172"/>
                  </a:lnTo>
                  <a:cubicBezTo>
                    <a:pt x="10349" y="31368"/>
                    <a:pt x="10349" y="31547"/>
                    <a:pt x="10349" y="31743"/>
                  </a:cubicBezTo>
                  <a:cubicBezTo>
                    <a:pt x="10349" y="32189"/>
                    <a:pt x="10706" y="32546"/>
                    <a:pt x="11152" y="32546"/>
                  </a:cubicBezTo>
                  <a:cubicBezTo>
                    <a:pt x="11580" y="32546"/>
                    <a:pt x="11937" y="32225"/>
                    <a:pt x="11937" y="31796"/>
                  </a:cubicBezTo>
                  <a:cubicBezTo>
                    <a:pt x="11937" y="10992"/>
                    <a:pt x="15613" y="2802"/>
                    <a:pt x="17415" y="1"/>
                  </a:cubicBezTo>
                  <a:lnTo>
                    <a:pt x="15559" y="1"/>
                  </a:lnTo>
                  <a:cubicBezTo>
                    <a:pt x="15024" y="840"/>
                    <a:pt x="14417" y="2178"/>
                    <a:pt x="13829" y="3873"/>
                  </a:cubicBezTo>
                  <a:lnTo>
                    <a:pt x="8404" y="9386"/>
                  </a:lnTo>
                  <a:lnTo>
                    <a:pt x="4657" y="5907"/>
                  </a:lnTo>
                  <a:cubicBezTo>
                    <a:pt x="4729" y="4212"/>
                    <a:pt x="5621" y="1678"/>
                    <a:pt x="6192" y="1"/>
                  </a:cubicBezTo>
                  <a:close/>
                </a:path>
              </a:pathLst>
            </a:custGeom>
            <a:solidFill>
              <a:srgbClr val="F5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 name="Google Shape;863;p80"/>
          <p:cNvGrpSpPr/>
          <p:nvPr/>
        </p:nvGrpSpPr>
        <p:grpSpPr>
          <a:xfrm>
            <a:off x="6018597" y="1219540"/>
            <a:ext cx="1014959" cy="1014919"/>
            <a:chOff x="4698775" y="1609625"/>
            <a:chExt cx="624975" cy="624950"/>
          </a:xfrm>
        </p:grpSpPr>
        <p:sp>
          <p:nvSpPr>
            <p:cNvPr id="864" name="Google Shape;864;p80"/>
            <p:cNvSpPr/>
            <p:nvPr/>
          </p:nvSpPr>
          <p:spPr>
            <a:xfrm>
              <a:off x="4715275" y="1626125"/>
              <a:ext cx="591950" cy="592400"/>
            </a:xfrm>
            <a:custGeom>
              <a:rect b="b" l="l" r="r" t="t"/>
              <a:pathLst>
                <a:path extrusionOk="0" h="23696" w="23678">
                  <a:moveTo>
                    <a:pt x="11848" y="0"/>
                  </a:moveTo>
                  <a:cubicBezTo>
                    <a:pt x="5300" y="0"/>
                    <a:pt x="1" y="5300"/>
                    <a:pt x="1" y="11848"/>
                  </a:cubicBezTo>
                  <a:cubicBezTo>
                    <a:pt x="1" y="18378"/>
                    <a:pt x="5300" y="23695"/>
                    <a:pt x="11848" y="23695"/>
                  </a:cubicBezTo>
                  <a:cubicBezTo>
                    <a:pt x="18379" y="23695"/>
                    <a:pt x="23678" y="18378"/>
                    <a:pt x="23678" y="11848"/>
                  </a:cubicBezTo>
                  <a:cubicBezTo>
                    <a:pt x="23678" y="5300"/>
                    <a:pt x="18379" y="0"/>
                    <a:pt x="118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0"/>
            <p:cNvSpPr/>
            <p:nvPr/>
          </p:nvSpPr>
          <p:spPr>
            <a:xfrm>
              <a:off x="4698775" y="1609625"/>
              <a:ext cx="624975" cy="624950"/>
            </a:xfrm>
            <a:custGeom>
              <a:rect b="b" l="l" r="r" t="t"/>
              <a:pathLst>
                <a:path extrusionOk="0" h="24998" w="24999">
                  <a:moveTo>
                    <a:pt x="12508" y="1321"/>
                  </a:moveTo>
                  <a:cubicBezTo>
                    <a:pt x="14364" y="1321"/>
                    <a:pt x="16130" y="1785"/>
                    <a:pt x="17683" y="2587"/>
                  </a:cubicBezTo>
                  <a:cubicBezTo>
                    <a:pt x="16666" y="6852"/>
                    <a:pt x="14524" y="11045"/>
                    <a:pt x="12223" y="14631"/>
                  </a:cubicBezTo>
                  <a:cubicBezTo>
                    <a:pt x="11063" y="13650"/>
                    <a:pt x="10296" y="12098"/>
                    <a:pt x="9992" y="10117"/>
                  </a:cubicBezTo>
                  <a:cubicBezTo>
                    <a:pt x="9903" y="9510"/>
                    <a:pt x="9867" y="8904"/>
                    <a:pt x="9867" y="8261"/>
                  </a:cubicBezTo>
                  <a:cubicBezTo>
                    <a:pt x="9867" y="6067"/>
                    <a:pt x="10403" y="3694"/>
                    <a:pt x="11420" y="1392"/>
                  </a:cubicBezTo>
                  <a:cubicBezTo>
                    <a:pt x="11420" y="1392"/>
                    <a:pt x="11420" y="1374"/>
                    <a:pt x="11420" y="1374"/>
                  </a:cubicBezTo>
                  <a:cubicBezTo>
                    <a:pt x="11777" y="1338"/>
                    <a:pt x="12133" y="1321"/>
                    <a:pt x="12508" y="1321"/>
                  </a:cubicBezTo>
                  <a:close/>
                  <a:moveTo>
                    <a:pt x="18646" y="3158"/>
                  </a:moveTo>
                  <a:cubicBezTo>
                    <a:pt x="21073" y="4764"/>
                    <a:pt x="22839" y="7262"/>
                    <a:pt x="23446" y="10188"/>
                  </a:cubicBezTo>
                  <a:cubicBezTo>
                    <a:pt x="22322" y="11901"/>
                    <a:pt x="20948" y="13311"/>
                    <a:pt x="19449" y="14310"/>
                  </a:cubicBezTo>
                  <a:cubicBezTo>
                    <a:pt x="18038" y="15254"/>
                    <a:pt x="16620" y="15734"/>
                    <a:pt x="15313" y="15734"/>
                  </a:cubicBezTo>
                  <a:cubicBezTo>
                    <a:pt x="14620" y="15734"/>
                    <a:pt x="13959" y="15599"/>
                    <a:pt x="13347" y="15327"/>
                  </a:cubicBezTo>
                  <a:cubicBezTo>
                    <a:pt x="13258" y="15291"/>
                    <a:pt x="13186" y="15256"/>
                    <a:pt x="13097" y="15220"/>
                  </a:cubicBezTo>
                  <a:cubicBezTo>
                    <a:pt x="15434" y="11634"/>
                    <a:pt x="17575" y="7423"/>
                    <a:pt x="18646" y="3158"/>
                  </a:cubicBezTo>
                  <a:close/>
                  <a:moveTo>
                    <a:pt x="10171" y="1553"/>
                  </a:moveTo>
                  <a:cubicBezTo>
                    <a:pt x="8975" y="4514"/>
                    <a:pt x="8529" y="7601"/>
                    <a:pt x="8940" y="10278"/>
                  </a:cubicBezTo>
                  <a:cubicBezTo>
                    <a:pt x="9279" y="12579"/>
                    <a:pt x="10224" y="14399"/>
                    <a:pt x="11616" y="15523"/>
                  </a:cubicBezTo>
                  <a:cubicBezTo>
                    <a:pt x="11295" y="16005"/>
                    <a:pt x="10974" y="16451"/>
                    <a:pt x="10653" y="16897"/>
                  </a:cubicBezTo>
                  <a:cubicBezTo>
                    <a:pt x="8636" y="15541"/>
                    <a:pt x="7155" y="14060"/>
                    <a:pt x="6103" y="12758"/>
                  </a:cubicBezTo>
                  <a:cubicBezTo>
                    <a:pt x="4069" y="10206"/>
                    <a:pt x="3248" y="7797"/>
                    <a:pt x="2945" y="6673"/>
                  </a:cubicBezTo>
                  <a:cubicBezTo>
                    <a:pt x="4533" y="4104"/>
                    <a:pt x="7120" y="2213"/>
                    <a:pt x="10171" y="1553"/>
                  </a:cubicBezTo>
                  <a:close/>
                  <a:moveTo>
                    <a:pt x="2249" y="8047"/>
                  </a:moveTo>
                  <a:cubicBezTo>
                    <a:pt x="2713" y="9385"/>
                    <a:pt x="3605" y="11312"/>
                    <a:pt x="5228" y="13364"/>
                  </a:cubicBezTo>
                  <a:cubicBezTo>
                    <a:pt x="6549" y="15042"/>
                    <a:pt x="8155" y="16523"/>
                    <a:pt x="10010" y="17772"/>
                  </a:cubicBezTo>
                  <a:cubicBezTo>
                    <a:pt x="9707" y="18200"/>
                    <a:pt x="9386" y="18610"/>
                    <a:pt x="9082" y="18985"/>
                  </a:cubicBezTo>
                  <a:cubicBezTo>
                    <a:pt x="7976" y="18432"/>
                    <a:pt x="6656" y="17932"/>
                    <a:pt x="5103" y="17575"/>
                  </a:cubicBezTo>
                  <a:cubicBezTo>
                    <a:pt x="3962" y="17308"/>
                    <a:pt x="2998" y="17040"/>
                    <a:pt x="2159" y="16772"/>
                  </a:cubicBezTo>
                  <a:cubicBezTo>
                    <a:pt x="1606" y="15452"/>
                    <a:pt x="1303" y="14007"/>
                    <a:pt x="1303" y="12508"/>
                  </a:cubicBezTo>
                  <a:cubicBezTo>
                    <a:pt x="1303" y="10920"/>
                    <a:pt x="1642" y="9403"/>
                    <a:pt x="2249" y="8047"/>
                  </a:cubicBezTo>
                  <a:close/>
                  <a:moveTo>
                    <a:pt x="23660" y="11741"/>
                  </a:moveTo>
                  <a:cubicBezTo>
                    <a:pt x="23678" y="11991"/>
                    <a:pt x="23696" y="12258"/>
                    <a:pt x="23696" y="12508"/>
                  </a:cubicBezTo>
                  <a:cubicBezTo>
                    <a:pt x="23696" y="15809"/>
                    <a:pt x="22250" y="18771"/>
                    <a:pt x="19984" y="20823"/>
                  </a:cubicBezTo>
                  <a:cubicBezTo>
                    <a:pt x="16505" y="20002"/>
                    <a:pt x="13739" y="18806"/>
                    <a:pt x="11563" y="17486"/>
                  </a:cubicBezTo>
                  <a:cubicBezTo>
                    <a:pt x="11884" y="17040"/>
                    <a:pt x="12187" y="16594"/>
                    <a:pt x="12508" y="16112"/>
                  </a:cubicBezTo>
                  <a:cubicBezTo>
                    <a:pt x="12633" y="16184"/>
                    <a:pt x="12776" y="16255"/>
                    <a:pt x="12901" y="16308"/>
                  </a:cubicBezTo>
                  <a:cubicBezTo>
                    <a:pt x="13658" y="16646"/>
                    <a:pt x="14468" y="16813"/>
                    <a:pt x="15309" y="16813"/>
                  </a:cubicBezTo>
                  <a:cubicBezTo>
                    <a:pt x="16827" y="16813"/>
                    <a:pt x="18449" y="16270"/>
                    <a:pt x="20056" y="15202"/>
                  </a:cubicBezTo>
                  <a:cubicBezTo>
                    <a:pt x="21376" y="14328"/>
                    <a:pt x="22589" y="13150"/>
                    <a:pt x="23660" y="11741"/>
                  </a:cubicBezTo>
                  <a:close/>
                  <a:moveTo>
                    <a:pt x="2820" y="18093"/>
                  </a:moveTo>
                  <a:cubicBezTo>
                    <a:pt x="3426" y="18271"/>
                    <a:pt x="4104" y="18450"/>
                    <a:pt x="4854" y="18628"/>
                  </a:cubicBezTo>
                  <a:cubicBezTo>
                    <a:pt x="6228" y="18931"/>
                    <a:pt x="7387" y="19377"/>
                    <a:pt x="8387" y="19859"/>
                  </a:cubicBezTo>
                  <a:cubicBezTo>
                    <a:pt x="7726" y="20644"/>
                    <a:pt x="7102" y="21340"/>
                    <a:pt x="6531" y="21965"/>
                  </a:cubicBezTo>
                  <a:cubicBezTo>
                    <a:pt x="4996" y="20983"/>
                    <a:pt x="3712" y="19663"/>
                    <a:pt x="2820" y="18093"/>
                  </a:cubicBezTo>
                  <a:close/>
                  <a:moveTo>
                    <a:pt x="10920" y="18360"/>
                  </a:moveTo>
                  <a:cubicBezTo>
                    <a:pt x="11170" y="18521"/>
                    <a:pt x="11438" y="18681"/>
                    <a:pt x="11705" y="18842"/>
                  </a:cubicBezTo>
                  <a:cubicBezTo>
                    <a:pt x="13846" y="20038"/>
                    <a:pt x="16255" y="20983"/>
                    <a:pt x="18914" y="21661"/>
                  </a:cubicBezTo>
                  <a:cubicBezTo>
                    <a:pt x="17486" y="22660"/>
                    <a:pt x="15827" y="23338"/>
                    <a:pt x="14043" y="23588"/>
                  </a:cubicBezTo>
                  <a:lnTo>
                    <a:pt x="14168" y="23517"/>
                  </a:lnTo>
                  <a:cubicBezTo>
                    <a:pt x="14114" y="23392"/>
                    <a:pt x="12990" y="21304"/>
                    <a:pt x="10028" y="19520"/>
                  </a:cubicBezTo>
                  <a:cubicBezTo>
                    <a:pt x="10331" y="19145"/>
                    <a:pt x="10617" y="18753"/>
                    <a:pt x="10920" y="18360"/>
                  </a:cubicBezTo>
                  <a:close/>
                  <a:moveTo>
                    <a:pt x="9350" y="20377"/>
                  </a:moveTo>
                  <a:cubicBezTo>
                    <a:pt x="11473" y="21626"/>
                    <a:pt x="12580" y="23053"/>
                    <a:pt x="13008" y="23677"/>
                  </a:cubicBezTo>
                  <a:cubicBezTo>
                    <a:pt x="12847" y="23695"/>
                    <a:pt x="12669" y="23695"/>
                    <a:pt x="12508" y="23695"/>
                  </a:cubicBezTo>
                  <a:cubicBezTo>
                    <a:pt x="10706" y="23695"/>
                    <a:pt x="8993" y="23267"/>
                    <a:pt x="7494" y="22500"/>
                  </a:cubicBezTo>
                  <a:cubicBezTo>
                    <a:pt x="8065" y="21875"/>
                    <a:pt x="8690" y="21162"/>
                    <a:pt x="9350" y="20377"/>
                  </a:cubicBezTo>
                  <a:close/>
                  <a:moveTo>
                    <a:pt x="12508" y="0"/>
                  </a:moveTo>
                  <a:cubicBezTo>
                    <a:pt x="5603" y="0"/>
                    <a:pt x="0" y="5621"/>
                    <a:pt x="0" y="12508"/>
                  </a:cubicBezTo>
                  <a:cubicBezTo>
                    <a:pt x="0" y="19395"/>
                    <a:pt x="5603" y="24998"/>
                    <a:pt x="12508" y="24998"/>
                  </a:cubicBezTo>
                  <a:cubicBezTo>
                    <a:pt x="19395" y="24998"/>
                    <a:pt x="24998" y="19395"/>
                    <a:pt x="24998" y="12508"/>
                  </a:cubicBezTo>
                  <a:cubicBezTo>
                    <a:pt x="24998" y="5621"/>
                    <a:pt x="19395" y="0"/>
                    <a:pt x="125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1000"/>
                                        <p:tgtEl>
                                          <p:spTgt spid="857"/>
                                        </p:tgtEl>
                                      </p:cBhvr>
                                    </p:animEffect>
                                  </p:childTnLst>
                                </p:cTn>
                              </p:par>
                              <p:par>
                                <p:cTn fill="hold" nodeType="with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asketball Training Center by Slidesgo">
  <a:themeElements>
    <a:clrScheme name="Simple Light">
      <a:dk1>
        <a:srgbClr val="242841"/>
      </a:dk1>
      <a:lt1>
        <a:srgbClr val="FFFFFF"/>
      </a:lt1>
      <a:dk2>
        <a:srgbClr val="FFFFFF"/>
      </a:dk2>
      <a:lt2>
        <a:srgbClr val="FFFFFF"/>
      </a:lt2>
      <a:accent1>
        <a:srgbClr val="E95E24"/>
      </a:accent1>
      <a:accent2>
        <a:srgbClr val="F9A350"/>
      </a:accent2>
      <a:accent3>
        <a:srgbClr val="777D99"/>
      </a:accent3>
      <a:accent4>
        <a:srgbClr val="FCC600"/>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